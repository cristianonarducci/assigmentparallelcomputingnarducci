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10"/>
  </p:notesMasterIdLst>
  <p:handoutMasterIdLst>
    <p:handoutMasterId r:id="rId11"/>
  </p:handoutMasterIdLst>
  <p:sldIdLst>
    <p:sldId id="256" r:id="rId2"/>
    <p:sldId id="257" r:id="rId3"/>
    <p:sldId id="259" r:id="rId4"/>
    <p:sldId id="258" r:id="rId5"/>
    <p:sldId id="260" r:id="rId6"/>
    <p:sldId id="262" r:id="rId7"/>
    <p:sldId id="261" r:id="rId8"/>
    <p:sldId id="263" r:id="rId9"/>
  </p:sldIdLst>
  <p:sldSz cx="9144000" cy="6858000" type="screen4x3"/>
  <p:notesSz cx="6858000" cy="9144000"/>
  <p:defaultTextStyle>
    <a:defPPr>
      <a:defRPr lang="it-IT"/>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806">
          <p15:clr>
            <a:srgbClr val="A4A3A4"/>
          </p15:clr>
        </p15:guide>
        <p15:guide id="2" pos="456">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34979"/>
    <a:srgbClr val="003257"/>
    <a:srgbClr val="003053"/>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Stile me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056" autoAdjust="0"/>
    <p:restoredTop sz="94704"/>
  </p:normalViewPr>
  <p:slideViewPr>
    <p:cSldViewPr snapToGrid="0" snapToObjects="1">
      <p:cViewPr>
        <p:scale>
          <a:sx n="130" d="100"/>
          <a:sy n="130" d="100"/>
        </p:scale>
        <p:origin x="1328" y="144"/>
      </p:cViewPr>
      <p:guideLst>
        <p:guide orient="horz" pos="1806"/>
        <p:guide pos="456"/>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5BF3CCC-77DD-F84F-A249-CA3C5045A043}" type="datetime1">
              <a:rPr lang="it-IT" smtClean="0"/>
              <a:pPr/>
              <a:t>11/01/26</a:t>
            </a:fld>
            <a:endParaRPr lang="it-IT"/>
          </a:p>
        </p:txBody>
      </p:sp>
      <p:sp>
        <p:nvSpPr>
          <p:cNvPr id="4" name="Segnaposto piè di pagina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it-IT"/>
          </a:p>
        </p:txBody>
      </p:sp>
      <p:sp>
        <p:nvSpPr>
          <p:cNvPr id="5" name="Segnaposto numero diapositiva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BACFBF69-E6D8-384B-B1CC-31CC9EB4A4AC}" type="slidenum">
              <a:rPr lang="it-IT" smtClean="0"/>
              <a:pPr/>
              <a:t>‹N›</a:t>
            </a:fld>
            <a:endParaRPr lang="it-IT"/>
          </a:p>
        </p:txBody>
      </p:sp>
    </p:spTree>
    <p:extLst>
      <p:ext uri="{BB962C8B-B14F-4D97-AF65-F5344CB8AC3E}">
        <p14:creationId xmlns:p14="http://schemas.microsoft.com/office/powerpoint/2010/main" val="23914858"/>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E692227-D6DC-FD45-9507-DB2BAD58473C}" type="datetime1">
              <a:rPr lang="it-IT" smtClean="0"/>
              <a:pPr/>
              <a:t>11/01/26</a:t>
            </a:fld>
            <a:endParaRPr lang="it-IT"/>
          </a:p>
        </p:txBody>
      </p:sp>
      <p:sp>
        <p:nvSpPr>
          <p:cNvPr id="4" name="Segnaposto immagine diapositiva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piè di pagina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6986711-015B-0142-88C4-65D50E44FA77}" type="slidenum">
              <a:rPr lang="it-IT" smtClean="0"/>
              <a:pPr/>
              <a:t>‹N›</a:t>
            </a:fld>
            <a:endParaRPr lang="it-IT"/>
          </a:p>
        </p:txBody>
      </p:sp>
    </p:spTree>
    <p:extLst>
      <p:ext uri="{BB962C8B-B14F-4D97-AF65-F5344CB8AC3E}">
        <p14:creationId xmlns:p14="http://schemas.microsoft.com/office/powerpoint/2010/main" val="2162096253"/>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a:p>
        </p:txBody>
      </p:sp>
      <p:sp>
        <p:nvSpPr>
          <p:cNvPr id="4" name="Segnaposto numero diapositiva 3"/>
          <p:cNvSpPr>
            <a:spLocks noGrp="1"/>
          </p:cNvSpPr>
          <p:nvPr>
            <p:ph type="sldNum" sz="quarter" idx="10"/>
          </p:nvPr>
        </p:nvSpPr>
        <p:spPr/>
        <p:txBody>
          <a:bodyPr/>
          <a:lstStyle/>
          <a:p>
            <a:fld id="{96986711-015B-0142-88C4-65D50E44FA77}" type="slidenum">
              <a:rPr lang="it-IT" smtClean="0"/>
              <a:pPr/>
              <a:t>2</a:t>
            </a:fld>
            <a:endParaRPr lang="it-IT"/>
          </a:p>
        </p:txBody>
      </p:sp>
    </p:spTree>
    <p:extLst>
      <p:ext uri="{BB962C8B-B14F-4D97-AF65-F5344CB8AC3E}">
        <p14:creationId xmlns:p14="http://schemas.microsoft.com/office/powerpoint/2010/main" val="31562390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1A7525-6D5B-53E6-93A7-6EC0823BD6F2}"/>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301605BC-93EA-7D51-27CF-ED31A5368793}"/>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6FEADF35-FDDF-B8A2-128F-9226C828A27B}"/>
              </a:ext>
            </a:extLst>
          </p:cNvPr>
          <p:cNvSpPr>
            <a:spLocks noGrp="1"/>
          </p:cNvSpPr>
          <p:nvPr>
            <p:ph type="body" idx="1"/>
          </p:nvPr>
        </p:nvSpPr>
        <p:spPr/>
        <p:txBody>
          <a:bodyPr/>
          <a:lstStyle/>
          <a:p>
            <a:endParaRPr lang="it-IT"/>
          </a:p>
        </p:txBody>
      </p:sp>
      <p:sp>
        <p:nvSpPr>
          <p:cNvPr id="4" name="Segnaposto numero diapositiva 3">
            <a:extLst>
              <a:ext uri="{FF2B5EF4-FFF2-40B4-BE49-F238E27FC236}">
                <a16:creationId xmlns:a16="http://schemas.microsoft.com/office/drawing/2014/main" id="{02ADEB09-86E1-5152-FE33-A7963A5A33CA}"/>
              </a:ext>
            </a:extLst>
          </p:cNvPr>
          <p:cNvSpPr>
            <a:spLocks noGrp="1"/>
          </p:cNvSpPr>
          <p:nvPr>
            <p:ph type="sldNum" sz="quarter" idx="10"/>
          </p:nvPr>
        </p:nvSpPr>
        <p:spPr/>
        <p:txBody>
          <a:bodyPr/>
          <a:lstStyle/>
          <a:p>
            <a:fld id="{96986711-015B-0142-88C4-65D50E44FA77}" type="slidenum">
              <a:rPr lang="it-IT" smtClean="0"/>
              <a:pPr/>
              <a:t>3</a:t>
            </a:fld>
            <a:endParaRPr lang="it-IT"/>
          </a:p>
        </p:txBody>
      </p:sp>
    </p:spTree>
    <p:extLst>
      <p:ext uri="{BB962C8B-B14F-4D97-AF65-F5344CB8AC3E}">
        <p14:creationId xmlns:p14="http://schemas.microsoft.com/office/powerpoint/2010/main" val="34496667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a:p>
        </p:txBody>
      </p:sp>
      <p:sp>
        <p:nvSpPr>
          <p:cNvPr id="4" name="Segnaposto numero diapositiva 3"/>
          <p:cNvSpPr>
            <a:spLocks noGrp="1"/>
          </p:cNvSpPr>
          <p:nvPr>
            <p:ph type="sldNum" sz="quarter" idx="10"/>
          </p:nvPr>
        </p:nvSpPr>
        <p:spPr/>
        <p:txBody>
          <a:bodyPr/>
          <a:lstStyle/>
          <a:p>
            <a:fld id="{96986711-015B-0142-88C4-65D50E44FA77}" type="slidenum">
              <a:rPr lang="it-IT" smtClean="0"/>
              <a:pPr/>
              <a:t>4</a:t>
            </a:fld>
            <a:endParaRPr lang="it-IT"/>
          </a:p>
        </p:txBody>
      </p:sp>
    </p:spTree>
    <p:extLst>
      <p:ext uri="{BB962C8B-B14F-4D97-AF65-F5344CB8AC3E}">
        <p14:creationId xmlns:p14="http://schemas.microsoft.com/office/powerpoint/2010/main" val="31562390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0C92FF-9B1F-DB96-4CD3-4E76A933C7BD}"/>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A5ED55E7-6B36-2688-8FCF-F056E5369923}"/>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B1A41806-78C8-7E53-DF35-689654D50A75}"/>
              </a:ext>
            </a:extLst>
          </p:cNvPr>
          <p:cNvSpPr>
            <a:spLocks noGrp="1"/>
          </p:cNvSpPr>
          <p:nvPr>
            <p:ph type="body" idx="1"/>
          </p:nvPr>
        </p:nvSpPr>
        <p:spPr/>
        <p:txBody>
          <a:bodyPr/>
          <a:lstStyle/>
          <a:p>
            <a:endParaRPr lang="it-IT"/>
          </a:p>
        </p:txBody>
      </p:sp>
      <p:sp>
        <p:nvSpPr>
          <p:cNvPr id="4" name="Segnaposto numero diapositiva 3">
            <a:extLst>
              <a:ext uri="{FF2B5EF4-FFF2-40B4-BE49-F238E27FC236}">
                <a16:creationId xmlns:a16="http://schemas.microsoft.com/office/drawing/2014/main" id="{C7ECC437-BD76-CE67-65AD-0EFD074B47B9}"/>
              </a:ext>
            </a:extLst>
          </p:cNvPr>
          <p:cNvSpPr>
            <a:spLocks noGrp="1"/>
          </p:cNvSpPr>
          <p:nvPr>
            <p:ph type="sldNum" sz="quarter" idx="10"/>
          </p:nvPr>
        </p:nvSpPr>
        <p:spPr/>
        <p:txBody>
          <a:bodyPr/>
          <a:lstStyle/>
          <a:p>
            <a:fld id="{96986711-015B-0142-88C4-65D50E44FA77}" type="slidenum">
              <a:rPr lang="it-IT" smtClean="0"/>
              <a:pPr/>
              <a:t>5</a:t>
            </a:fld>
            <a:endParaRPr lang="it-IT"/>
          </a:p>
        </p:txBody>
      </p:sp>
    </p:spTree>
    <p:extLst>
      <p:ext uri="{BB962C8B-B14F-4D97-AF65-F5344CB8AC3E}">
        <p14:creationId xmlns:p14="http://schemas.microsoft.com/office/powerpoint/2010/main" val="42653110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5AD7BF-48F6-683E-A635-3D90C69EF462}"/>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F1543C16-8098-F578-7D66-C24B34645EB8}"/>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416AABFE-2808-5A1E-B066-B04F0596B0F6}"/>
              </a:ext>
            </a:extLst>
          </p:cNvPr>
          <p:cNvSpPr>
            <a:spLocks noGrp="1"/>
          </p:cNvSpPr>
          <p:nvPr>
            <p:ph type="body" idx="1"/>
          </p:nvPr>
        </p:nvSpPr>
        <p:spPr/>
        <p:txBody>
          <a:bodyPr/>
          <a:lstStyle/>
          <a:p>
            <a:endParaRPr lang="it-IT"/>
          </a:p>
        </p:txBody>
      </p:sp>
      <p:sp>
        <p:nvSpPr>
          <p:cNvPr id="4" name="Segnaposto numero diapositiva 3">
            <a:extLst>
              <a:ext uri="{FF2B5EF4-FFF2-40B4-BE49-F238E27FC236}">
                <a16:creationId xmlns:a16="http://schemas.microsoft.com/office/drawing/2014/main" id="{FF177604-09C7-DBC5-6F02-49693005AD04}"/>
              </a:ext>
            </a:extLst>
          </p:cNvPr>
          <p:cNvSpPr>
            <a:spLocks noGrp="1"/>
          </p:cNvSpPr>
          <p:nvPr>
            <p:ph type="sldNum" sz="quarter" idx="10"/>
          </p:nvPr>
        </p:nvSpPr>
        <p:spPr/>
        <p:txBody>
          <a:bodyPr/>
          <a:lstStyle/>
          <a:p>
            <a:fld id="{96986711-015B-0142-88C4-65D50E44FA77}" type="slidenum">
              <a:rPr lang="it-IT" smtClean="0"/>
              <a:pPr/>
              <a:t>6</a:t>
            </a:fld>
            <a:endParaRPr lang="it-IT"/>
          </a:p>
        </p:txBody>
      </p:sp>
    </p:spTree>
    <p:extLst>
      <p:ext uri="{BB962C8B-B14F-4D97-AF65-F5344CB8AC3E}">
        <p14:creationId xmlns:p14="http://schemas.microsoft.com/office/powerpoint/2010/main" val="34033207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15A6BD-FEB5-3DB3-6BBC-6068DE0335D8}"/>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20743849-9557-48C4-BE42-D7E545318AB2}"/>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B1BE1A93-2659-A108-B6AF-84FD7FCDB4BE}"/>
              </a:ext>
            </a:extLst>
          </p:cNvPr>
          <p:cNvSpPr>
            <a:spLocks noGrp="1"/>
          </p:cNvSpPr>
          <p:nvPr>
            <p:ph type="body" idx="1"/>
          </p:nvPr>
        </p:nvSpPr>
        <p:spPr/>
        <p:txBody>
          <a:bodyPr/>
          <a:lstStyle/>
          <a:p>
            <a:endParaRPr lang="it-IT"/>
          </a:p>
        </p:txBody>
      </p:sp>
      <p:sp>
        <p:nvSpPr>
          <p:cNvPr id="4" name="Segnaposto numero diapositiva 3">
            <a:extLst>
              <a:ext uri="{FF2B5EF4-FFF2-40B4-BE49-F238E27FC236}">
                <a16:creationId xmlns:a16="http://schemas.microsoft.com/office/drawing/2014/main" id="{4C136B3E-893A-9BDA-3AEC-1DFA05D0E827}"/>
              </a:ext>
            </a:extLst>
          </p:cNvPr>
          <p:cNvSpPr>
            <a:spLocks noGrp="1"/>
          </p:cNvSpPr>
          <p:nvPr>
            <p:ph type="sldNum" sz="quarter" idx="10"/>
          </p:nvPr>
        </p:nvSpPr>
        <p:spPr/>
        <p:txBody>
          <a:bodyPr/>
          <a:lstStyle/>
          <a:p>
            <a:fld id="{96986711-015B-0142-88C4-65D50E44FA77}" type="slidenum">
              <a:rPr lang="it-IT" smtClean="0"/>
              <a:pPr/>
              <a:t>7</a:t>
            </a:fld>
            <a:endParaRPr lang="it-IT"/>
          </a:p>
        </p:txBody>
      </p:sp>
    </p:spTree>
    <p:extLst>
      <p:ext uri="{BB962C8B-B14F-4D97-AF65-F5344CB8AC3E}">
        <p14:creationId xmlns:p14="http://schemas.microsoft.com/office/powerpoint/2010/main" val="18985590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A0F7D1-0240-8269-483F-E994FAA0F208}"/>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4F56F818-01AA-7C6C-01A8-198F34F6BB90}"/>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92F2295E-F5C4-EF0E-1E29-07167A1DF26B}"/>
              </a:ext>
            </a:extLst>
          </p:cNvPr>
          <p:cNvSpPr>
            <a:spLocks noGrp="1"/>
          </p:cNvSpPr>
          <p:nvPr>
            <p:ph type="body" idx="1"/>
          </p:nvPr>
        </p:nvSpPr>
        <p:spPr/>
        <p:txBody>
          <a:bodyPr/>
          <a:lstStyle/>
          <a:p>
            <a:endParaRPr lang="it-IT"/>
          </a:p>
        </p:txBody>
      </p:sp>
      <p:sp>
        <p:nvSpPr>
          <p:cNvPr id="4" name="Segnaposto numero diapositiva 3">
            <a:extLst>
              <a:ext uri="{FF2B5EF4-FFF2-40B4-BE49-F238E27FC236}">
                <a16:creationId xmlns:a16="http://schemas.microsoft.com/office/drawing/2014/main" id="{DB0003E1-BFB7-4E46-CFF2-327A3DDDA669}"/>
              </a:ext>
            </a:extLst>
          </p:cNvPr>
          <p:cNvSpPr>
            <a:spLocks noGrp="1"/>
          </p:cNvSpPr>
          <p:nvPr>
            <p:ph type="sldNum" sz="quarter" idx="10"/>
          </p:nvPr>
        </p:nvSpPr>
        <p:spPr/>
        <p:txBody>
          <a:bodyPr/>
          <a:lstStyle/>
          <a:p>
            <a:fld id="{96986711-015B-0142-88C4-65D50E44FA77}" type="slidenum">
              <a:rPr lang="it-IT" smtClean="0"/>
              <a:pPr/>
              <a:t>8</a:t>
            </a:fld>
            <a:endParaRPr lang="it-IT"/>
          </a:p>
        </p:txBody>
      </p:sp>
    </p:spTree>
    <p:extLst>
      <p:ext uri="{BB962C8B-B14F-4D97-AF65-F5344CB8AC3E}">
        <p14:creationId xmlns:p14="http://schemas.microsoft.com/office/powerpoint/2010/main" val="29656379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p:cNvSpPr>
            <a:spLocks noGrp="1"/>
          </p:cNvSpPr>
          <p:nvPr>
            <p:ph type="ctrTitle"/>
          </p:nvPr>
        </p:nvSpPr>
        <p:spPr>
          <a:xfrm>
            <a:off x="685800" y="2130425"/>
            <a:ext cx="7772400" cy="1470025"/>
          </a:xfrm>
        </p:spPr>
        <p:txBody>
          <a:bodyPr/>
          <a:lstStyle/>
          <a:p>
            <a:r>
              <a:rPr lang="it-IT"/>
              <a:t>Fare clic per modificare stile</a:t>
            </a:r>
          </a:p>
        </p:txBody>
      </p:sp>
      <p:sp>
        <p:nvSpPr>
          <p:cNvPr id="3" name="Sottotitolo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it-IT"/>
              <a:t>Fare clic per modificare lo stile del sottotitolo dello schema</a:t>
            </a:r>
          </a:p>
        </p:txBody>
      </p:sp>
      <p:sp>
        <p:nvSpPr>
          <p:cNvPr id="4" name="Segnaposto data 3"/>
          <p:cNvSpPr>
            <a:spLocks noGrp="1"/>
          </p:cNvSpPr>
          <p:nvPr>
            <p:ph type="dt" sz="half" idx="10"/>
          </p:nvPr>
        </p:nvSpPr>
        <p:spPr/>
        <p:txBody>
          <a:bodyPr/>
          <a:lstStyle/>
          <a:p>
            <a:fld id="{AD8BF249-6BAC-CD40-AAE9-334F110649E5}" type="datetimeFigureOut">
              <a:rPr lang="it-IT" smtClean="0"/>
              <a:pPr/>
              <a:t>11/01/26</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8EB8520A-26EA-DE4B-B141-4532FC98FF0E}" type="slidenum">
              <a:rPr lang="it-IT" smtClean="0"/>
              <a:pPr/>
              <a:t>‹N›</a:t>
            </a:fld>
            <a:endParaRPr lang="it-IT"/>
          </a:p>
        </p:txBody>
      </p:sp>
    </p:spTree>
    <p:extLst>
      <p:ext uri="{BB962C8B-B14F-4D97-AF65-F5344CB8AC3E}">
        <p14:creationId xmlns:p14="http://schemas.microsoft.com/office/powerpoint/2010/main" val="16972405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stile</a:t>
            </a:r>
          </a:p>
        </p:txBody>
      </p:sp>
      <p:sp>
        <p:nvSpPr>
          <p:cNvPr id="3" name="Segnaposto contenuto 2"/>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p:cNvSpPr>
            <a:spLocks noGrp="1"/>
          </p:cNvSpPr>
          <p:nvPr>
            <p:ph type="dt" sz="half" idx="10"/>
          </p:nvPr>
        </p:nvSpPr>
        <p:spPr/>
        <p:txBody>
          <a:bodyPr/>
          <a:lstStyle/>
          <a:p>
            <a:fld id="{AD8BF249-6BAC-CD40-AAE9-334F110649E5}" type="datetimeFigureOut">
              <a:rPr lang="it-IT" smtClean="0"/>
              <a:pPr/>
              <a:t>11/01/26</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8EB8520A-26EA-DE4B-B141-4532FC98FF0E}" type="slidenum">
              <a:rPr lang="it-IT" smtClean="0"/>
              <a:pPr/>
              <a:t>‹N›</a:t>
            </a:fld>
            <a:endParaRPr lang="it-IT"/>
          </a:p>
        </p:txBody>
      </p:sp>
    </p:spTree>
    <p:extLst>
      <p:ext uri="{BB962C8B-B14F-4D97-AF65-F5344CB8AC3E}">
        <p14:creationId xmlns:p14="http://schemas.microsoft.com/office/powerpoint/2010/main" val="18558080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p:cNvSpPr>
            <a:spLocks noGrp="1"/>
          </p:cNvSpPr>
          <p:nvPr>
            <p:ph type="title"/>
          </p:nvPr>
        </p:nvSpPr>
        <p:spPr>
          <a:xfrm>
            <a:off x="722313" y="4406900"/>
            <a:ext cx="7772400" cy="1362075"/>
          </a:xfrm>
        </p:spPr>
        <p:txBody>
          <a:bodyPr anchor="t"/>
          <a:lstStyle>
            <a:lvl1pPr algn="l">
              <a:defRPr sz="4000" b="1" cap="all"/>
            </a:lvl1pPr>
          </a:lstStyle>
          <a:p>
            <a:r>
              <a:rPr lang="it-IT"/>
              <a:t>Fare clic per modificare stile</a:t>
            </a:r>
          </a:p>
        </p:txBody>
      </p:sp>
      <p:sp>
        <p:nvSpPr>
          <p:cNvPr id="3" name="Segnaposto testo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it-IT"/>
              <a:t>Fare clic per modificare gli stili del testo dello schema</a:t>
            </a:r>
          </a:p>
        </p:txBody>
      </p:sp>
      <p:sp>
        <p:nvSpPr>
          <p:cNvPr id="4" name="Segnaposto data 3"/>
          <p:cNvSpPr>
            <a:spLocks noGrp="1"/>
          </p:cNvSpPr>
          <p:nvPr>
            <p:ph type="dt" sz="half" idx="10"/>
          </p:nvPr>
        </p:nvSpPr>
        <p:spPr/>
        <p:txBody>
          <a:bodyPr/>
          <a:lstStyle/>
          <a:p>
            <a:fld id="{AD8BF249-6BAC-CD40-AAE9-334F110649E5}" type="datetimeFigureOut">
              <a:rPr lang="it-IT" smtClean="0"/>
              <a:pPr/>
              <a:t>11/01/26</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8EB8520A-26EA-DE4B-B141-4532FC98FF0E}" type="slidenum">
              <a:rPr lang="it-IT" smtClean="0"/>
              <a:pPr/>
              <a:t>‹N›</a:t>
            </a:fld>
            <a:endParaRPr lang="it-IT"/>
          </a:p>
        </p:txBody>
      </p:sp>
    </p:spTree>
    <p:extLst>
      <p:ext uri="{BB962C8B-B14F-4D97-AF65-F5344CB8AC3E}">
        <p14:creationId xmlns:p14="http://schemas.microsoft.com/office/powerpoint/2010/main" val="15383749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Contenuto 2">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stile</a:t>
            </a:r>
          </a:p>
        </p:txBody>
      </p:sp>
      <p:sp>
        <p:nvSpPr>
          <p:cNvPr id="3" name="Segnaposto contenuto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data 4"/>
          <p:cNvSpPr>
            <a:spLocks noGrp="1"/>
          </p:cNvSpPr>
          <p:nvPr>
            <p:ph type="dt" sz="half" idx="10"/>
          </p:nvPr>
        </p:nvSpPr>
        <p:spPr/>
        <p:txBody>
          <a:bodyPr/>
          <a:lstStyle/>
          <a:p>
            <a:fld id="{AD8BF249-6BAC-CD40-AAE9-334F110649E5}" type="datetimeFigureOut">
              <a:rPr lang="it-IT" smtClean="0"/>
              <a:pPr/>
              <a:t>11/01/26</a:t>
            </a:fld>
            <a:endParaRPr lang="it-IT"/>
          </a:p>
        </p:txBody>
      </p:sp>
      <p:sp>
        <p:nvSpPr>
          <p:cNvPr id="6" name="Segnaposto piè di pagina 5"/>
          <p:cNvSpPr>
            <a:spLocks noGrp="1"/>
          </p:cNvSpPr>
          <p:nvPr>
            <p:ph type="ftr" sz="quarter" idx="11"/>
          </p:nvPr>
        </p:nvSpPr>
        <p:spPr/>
        <p:txBody>
          <a:bodyPr/>
          <a:lstStyle/>
          <a:p>
            <a:endParaRPr lang="it-IT"/>
          </a:p>
        </p:txBody>
      </p:sp>
      <p:sp>
        <p:nvSpPr>
          <p:cNvPr id="7" name="Segnaposto numero diapositiva 6"/>
          <p:cNvSpPr>
            <a:spLocks noGrp="1"/>
          </p:cNvSpPr>
          <p:nvPr>
            <p:ph type="sldNum" sz="quarter" idx="12"/>
          </p:nvPr>
        </p:nvSpPr>
        <p:spPr/>
        <p:txBody>
          <a:bodyPr/>
          <a:lstStyle/>
          <a:p>
            <a:fld id="{8EB8520A-26EA-DE4B-B141-4532FC98FF0E}" type="slidenum">
              <a:rPr lang="it-IT" smtClean="0"/>
              <a:pPr/>
              <a:t>‹N›</a:t>
            </a:fld>
            <a:endParaRPr lang="it-IT"/>
          </a:p>
        </p:txBody>
      </p:sp>
    </p:spTree>
    <p:extLst>
      <p:ext uri="{BB962C8B-B14F-4D97-AF65-F5344CB8AC3E}">
        <p14:creationId xmlns:p14="http://schemas.microsoft.com/office/powerpoint/2010/main" val="13033819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lvl1pPr>
              <a:defRPr/>
            </a:lvl1pPr>
          </a:lstStyle>
          <a:p>
            <a:r>
              <a:rPr lang="it-IT"/>
              <a:t>Fare clic per modificare stile</a:t>
            </a:r>
          </a:p>
        </p:txBody>
      </p:sp>
      <p:sp>
        <p:nvSpPr>
          <p:cNvPr id="3" name="Segnaposto testo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4" name="Segnaposto contenuto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testo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6" name="Segnaposto contenuto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7" name="Segnaposto data 6"/>
          <p:cNvSpPr>
            <a:spLocks noGrp="1"/>
          </p:cNvSpPr>
          <p:nvPr>
            <p:ph type="dt" sz="half" idx="10"/>
          </p:nvPr>
        </p:nvSpPr>
        <p:spPr/>
        <p:txBody>
          <a:bodyPr/>
          <a:lstStyle/>
          <a:p>
            <a:fld id="{AD8BF249-6BAC-CD40-AAE9-334F110649E5}" type="datetimeFigureOut">
              <a:rPr lang="it-IT" smtClean="0"/>
              <a:pPr/>
              <a:t>11/01/26</a:t>
            </a:fld>
            <a:endParaRPr lang="it-IT"/>
          </a:p>
        </p:txBody>
      </p:sp>
      <p:sp>
        <p:nvSpPr>
          <p:cNvPr id="8" name="Segnaposto piè di pagina 7"/>
          <p:cNvSpPr>
            <a:spLocks noGrp="1"/>
          </p:cNvSpPr>
          <p:nvPr>
            <p:ph type="ftr" sz="quarter" idx="11"/>
          </p:nvPr>
        </p:nvSpPr>
        <p:spPr/>
        <p:txBody>
          <a:bodyPr/>
          <a:lstStyle/>
          <a:p>
            <a:endParaRPr lang="it-IT"/>
          </a:p>
        </p:txBody>
      </p:sp>
      <p:sp>
        <p:nvSpPr>
          <p:cNvPr id="9" name="Segnaposto numero diapositiva 8"/>
          <p:cNvSpPr>
            <a:spLocks noGrp="1"/>
          </p:cNvSpPr>
          <p:nvPr>
            <p:ph type="sldNum" sz="quarter" idx="12"/>
          </p:nvPr>
        </p:nvSpPr>
        <p:spPr/>
        <p:txBody>
          <a:bodyPr/>
          <a:lstStyle/>
          <a:p>
            <a:fld id="{8EB8520A-26EA-DE4B-B141-4532FC98FF0E}" type="slidenum">
              <a:rPr lang="it-IT" smtClean="0"/>
              <a:pPr/>
              <a:t>‹N›</a:t>
            </a:fld>
            <a:endParaRPr lang="it-IT"/>
          </a:p>
        </p:txBody>
      </p:sp>
    </p:spTree>
    <p:extLst>
      <p:ext uri="{BB962C8B-B14F-4D97-AF65-F5344CB8AC3E}">
        <p14:creationId xmlns:p14="http://schemas.microsoft.com/office/powerpoint/2010/main" val="34696354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stile</a:t>
            </a:r>
          </a:p>
        </p:txBody>
      </p:sp>
      <p:sp>
        <p:nvSpPr>
          <p:cNvPr id="3" name="Segnaposto data 2"/>
          <p:cNvSpPr>
            <a:spLocks noGrp="1"/>
          </p:cNvSpPr>
          <p:nvPr>
            <p:ph type="dt" sz="half" idx="10"/>
          </p:nvPr>
        </p:nvSpPr>
        <p:spPr/>
        <p:txBody>
          <a:bodyPr/>
          <a:lstStyle/>
          <a:p>
            <a:fld id="{AD8BF249-6BAC-CD40-AAE9-334F110649E5}" type="datetimeFigureOut">
              <a:rPr lang="it-IT" smtClean="0"/>
              <a:pPr/>
              <a:t>11/01/26</a:t>
            </a:fld>
            <a:endParaRPr lang="it-IT"/>
          </a:p>
        </p:txBody>
      </p:sp>
      <p:sp>
        <p:nvSpPr>
          <p:cNvPr id="4" name="Segnaposto piè di pagina 3"/>
          <p:cNvSpPr>
            <a:spLocks noGrp="1"/>
          </p:cNvSpPr>
          <p:nvPr>
            <p:ph type="ftr" sz="quarter" idx="11"/>
          </p:nvPr>
        </p:nvSpPr>
        <p:spPr/>
        <p:txBody>
          <a:bodyPr/>
          <a:lstStyle/>
          <a:p>
            <a:endParaRPr lang="it-IT"/>
          </a:p>
        </p:txBody>
      </p:sp>
      <p:sp>
        <p:nvSpPr>
          <p:cNvPr id="5" name="Segnaposto numero diapositiva 4"/>
          <p:cNvSpPr>
            <a:spLocks noGrp="1"/>
          </p:cNvSpPr>
          <p:nvPr>
            <p:ph type="sldNum" sz="quarter" idx="12"/>
          </p:nvPr>
        </p:nvSpPr>
        <p:spPr/>
        <p:txBody>
          <a:bodyPr/>
          <a:lstStyle/>
          <a:p>
            <a:fld id="{8EB8520A-26EA-DE4B-B141-4532FC98FF0E}" type="slidenum">
              <a:rPr lang="it-IT" smtClean="0"/>
              <a:pPr/>
              <a:t>‹N›</a:t>
            </a:fld>
            <a:endParaRPr lang="it-IT"/>
          </a:p>
        </p:txBody>
      </p:sp>
    </p:spTree>
    <p:extLst>
      <p:ext uri="{BB962C8B-B14F-4D97-AF65-F5344CB8AC3E}">
        <p14:creationId xmlns:p14="http://schemas.microsoft.com/office/powerpoint/2010/main" val="19360060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o">
    <p:spTree>
      <p:nvGrpSpPr>
        <p:cNvPr id="1" name=""/>
        <p:cNvGrpSpPr/>
        <p:nvPr/>
      </p:nvGrpSpPr>
      <p:grpSpPr>
        <a:xfrm>
          <a:off x="0" y="0"/>
          <a:ext cx="0" cy="0"/>
          <a:chOff x="0" y="0"/>
          <a:chExt cx="0" cy="0"/>
        </a:xfrm>
      </p:grpSpPr>
      <p:sp>
        <p:nvSpPr>
          <p:cNvPr id="2" name="Segnaposto data 1"/>
          <p:cNvSpPr>
            <a:spLocks noGrp="1"/>
          </p:cNvSpPr>
          <p:nvPr>
            <p:ph type="dt" sz="half" idx="10"/>
          </p:nvPr>
        </p:nvSpPr>
        <p:spPr/>
        <p:txBody>
          <a:bodyPr/>
          <a:lstStyle/>
          <a:p>
            <a:fld id="{AD8BF249-6BAC-CD40-AAE9-334F110649E5}" type="datetimeFigureOut">
              <a:rPr lang="it-IT" smtClean="0"/>
              <a:pPr/>
              <a:t>11/01/26</a:t>
            </a:fld>
            <a:endParaRPr lang="it-IT"/>
          </a:p>
        </p:txBody>
      </p:sp>
      <p:sp>
        <p:nvSpPr>
          <p:cNvPr id="3" name="Segnaposto piè di pagina 2"/>
          <p:cNvSpPr>
            <a:spLocks noGrp="1"/>
          </p:cNvSpPr>
          <p:nvPr>
            <p:ph type="ftr" sz="quarter" idx="11"/>
          </p:nvPr>
        </p:nvSpPr>
        <p:spPr/>
        <p:txBody>
          <a:bodyPr/>
          <a:lstStyle/>
          <a:p>
            <a:endParaRPr lang="it-IT"/>
          </a:p>
        </p:txBody>
      </p:sp>
      <p:sp>
        <p:nvSpPr>
          <p:cNvPr id="4" name="Segnaposto numero diapositiva 3"/>
          <p:cNvSpPr>
            <a:spLocks noGrp="1"/>
          </p:cNvSpPr>
          <p:nvPr>
            <p:ph type="sldNum" sz="quarter" idx="12"/>
          </p:nvPr>
        </p:nvSpPr>
        <p:spPr/>
        <p:txBody>
          <a:bodyPr/>
          <a:lstStyle/>
          <a:p>
            <a:fld id="{8EB8520A-26EA-DE4B-B141-4532FC98FF0E}" type="slidenum">
              <a:rPr lang="it-IT" smtClean="0"/>
              <a:pPr/>
              <a:t>‹N›</a:t>
            </a:fld>
            <a:endParaRPr lang="it-IT"/>
          </a:p>
        </p:txBody>
      </p:sp>
    </p:spTree>
    <p:extLst>
      <p:ext uri="{BB962C8B-B14F-4D97-AF65-F5344CB8AC3E}">
        <p14:creationId xmlns:p14="http://schemas.microsoft.com/office/powerpoint/2010/main" val="13963217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457200" y="273050"/>
            <a:ext cx="3008313" cy="1162050"/>
          </a:xfrm>
        </p:spPr>
        <p:txBody>
          <a:bodyPr anchor="b"/>
          <a:lstStyle>
            <a:lvl1pPr algn="l">
              <a:defRPr sz="2000" b="1"/>
            </a:lvl1pPr>
          </a:lstStyle>
          <a:p>
            <a:r>
              <a:rPr lang="it-IT"/>
              <a:t>Fare clic per modificare stile</a:t>
            </a:r>
          </a:p>
        </p:txBody>
      </p:sp>
      <p:sp>
        <p:nvSpPr>
          <p:cNvPr id="3" name="Segnaposto contenuto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testo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5" name="Segnaposto data 4"/>
          <p:cNvSpPr>
            <a:spLocks noGrp="1"/>
          </p:cNvSpPr>
          <p:nvPr>
            <p:ph type="dt" sz="half" idx="10"/>
          </p:nvPr>
        </p:nvSpPr>
        <p:spPr/>
        <p:txBody>
          <a:bodyPr/>
          <a:lstStyle/>
          <a:p>
            <a:fld id="{AD8BF249-6BAC-CD40-AAE9-334F110649E5}" type="datetimeFigureOut">
              <a:rPr lang="it-IT" smtClean="0"/>
              <a:pPr/>
              <a:t>11/01/26</a:t>
            </a:fld>
            <a:endParaRPr lang="it-IT"/>
          </a:p>
        </p:txBody>
      </p:sp>
      <p:sp>
        <p:nvSpPr>
          <p:cNvPr id="6" name="Segnaposto piè di pagina 5"/>
          <p:cNvSpPr>
            <a:spLocks noGrp="1"/>
          </p:cNvSpPr>
          <p:nvPr>
            <p:ph type="ftr" sz="quarter" idx="11"/>
          </p:nvPr>
        </p:nvSpPr>
        <p:spPr/>
        <p:txBody>
          <a:bodyPr/>
          <a:lstStyle/>
          <a:p>
            <a:endParaRPr lang="it-IT"/>
          </a:p>
        </p:txBody>
      </p:sp>
      <p:sp>
        <p:nvSpPr>
          <p:cNvPr id="7" name="Segnaposto numero diapositiva 6"/>
          <p:cNvSpPr>
            <a:spLocks noGrp="1"/>
          </p:cNvSpPr>
          <p:nvPr>
            <p:ph type="sldNum" sz="quarter" idx="12"/>
          </p:nvPr>
        </p:nvSpPr>
        <p:spPr/>
        <p:txBody>
          <a:bodyPr/>
          <a:lstStyle/>
          <a:p>
            <a:fld id="{8EB8520A-26EA-DE4B-B141-4532FC98FF0E}" type="slidenum">
              <a:rPr lang="it-IT" smtClean="0"/>
              <a:pPr/>
              <a:t>‹N›</a:t>
            </a:fld>
            <a:endParaRPr lang="it-IT"/>
          </a:p>
        </p:txBody>
      </p:sp>
    </p:spTree>
    <p:extLst>
      <p:ext uri="{BB962C8B-B14F-4D97-AF65-F5344CB8AC3E}">
        <p14:creationId xmlns:p14="http://schemas.microsoft.com/office/powerpoint/2010/main" val="3748905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1792288" y="4800600"/>
            <a:ext cx="5486400" cy="566738"/>
          </a:xfrm>
        </p:spPr>
        <p:txBody>
          <a:bodyPr anchor="b"/>
          <a:lstStyle>
            <a:lvl1pPr algn="l">
              <a:defRPr sz="2000" b="1"/>
            </a:lvl1pPr>
          </a:lstStyle>
          <a:p>
            <a:r>
              <a:rPr lang="it-IT"/>
              <a:t>Fare clic per modificare stile</a:t>
            </a:r>
          </a:p>
        </p:txBody>
      </p:sp>
      <p:sp>
        <p:nvSpPr>
          <p:cNvPr id="3" name="Segnaposto immagin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a:p>
        </p:txBody>
      </p:sp>
      <p:sp>
        <p:nvSpPr>
          <p:cNvPr id="4" name="Segnaposto testo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5" name="Segnaposto data 4"/>
          <p:cNvSpPr>
            <a:spLocks noGrp="1"/>
          </p:cNvSpPr>
          <p:nvPr>
            <p:ph type="dt" sz="half" idx="10"/>
          </p:nvPr>
        </p:nvSpPr>
        <p:spPr/>
        <p:txBody>
          <a:bodyPr/>
          <a:lstStyle/>
          <a:p>
            <a:fld id="{AD8BF249-6BAC-CD40-AAE9-334F110649E5}" type="datetimeFigureOut">
              <a:rPr lang="it-IT" smtClean="0"/>
              <a:pPr/>
              <a:t>11/01/26</a:t>
            </a:fld>
            <a:endParaRPr lang="it-IT"/>
          </a:p>
        </p:txBody>
      </p:sp>
      <p:sp>
        <p:nvSpPr>
          <p:cNvPr id="6" name="Segnaposto piè di pagina 5"/>
          <p:cNvSpPr>
            <a:spLocks noGrp="1"/>
          </p:cNvSpPr>
          <p:nvPr>
            <p:ph type="ftr" sz="quarter" idx="11"/>
          </p:nvPr>
        </p:nvSpPr>
        <p:spPr/>
        <p:txBody>
          <a:bodyPr/>
          <a:lstStyle/>
          <a:p>
            <a:endParaRPr lang="it-IT"/>
          </a:p>
        </p:txBody>
      </p:sp>
      <p:sp>
        <p:nvSpPr>
          <p:cNvPr id="7" name="Segnaposto numero diapositiva 6"/>
          <p:cNvSpPr>
            <a:spLocks noGrp="1"/>
          </p:cNvSpPr>
          <p:nvPr>
            <p:ph type="sldNum" sz="quarter" idx="12"/>
          </p:nvPr>
        </p:nvSpPr>
        <p:spPr/>
        <p:txBody>
          <a:bodyPr/>
          <a:lstStyle/>
          <a:p>
            <a:fld id="{8EB8520A-26EA-DE4B-B141-4532FC98FF0E}" type="slidenum">
              <a:rPr lang="it-IT" smtClean="0"/>
              <a:pPr/>
              <a:t>‹N›</a:t>
            </a:fld>
            <a:endParaRPr lang="it-IT"/>
          </a:p>
        </p:txBody>
      </p:sp>
    </p:spTree>
    <p:extLst>
      <p:ext uri="{BB962C8B-B14F-4D97-AF65-F5344CB8AC3E}">
        <p14:creationId xmlns:p14="http://schemas.microsoft.com/office/powerpoint/2010/main" val="15496430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stile</a:t>
            </a:r>
          </a:p>
        </p:txBody>
      </p:sp>
      <p:sp>
        <p:nvSpPr>
          <p:cNvPr id="3" name="Segnaposto testo verticale 2"/>
          <p:cNvSpPr>
            <a:spLocks noGrp="1"/>
          </p:cNvSpPr>
          <p:nvPr>
            <p:ph type="body" orient="vert" idx="1"/>
          </p:nvPr>
        </p:nvSpPr>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p:cNvSpPr>
            <a:spLocks noGrp="1"/>
          </p:cNvSpPr>
          <p:nvPr>
            <p:ph type="dt" sz="half" idx="10"/>
          </p:nvPr>
        </p:nvSpPr>
        <p:spPr/>
        <p:txBody>
          <a:bodyPr/>
          <a:lstStyle/>
          <a:p>
            <a:fld id="{AD8BF249-6BAC-CD40-AAE9-334F110649E5}" type="datetimeFigureOut">
              <a:rPr lang="it-IT" smtClean="0"/>
              <a:pPr/>
              <a:t>11/01/26</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8EB8520A-26EA-DE4B-B141-4532FC98FF0E}" type="slidenum">
              <a:rPr lang="it-IT" smtClean="0"/>
              <a:pPr/>
              <a:t>‹N›</a:t>
            </a:fld>
            <a:endParaRPr lang="it-IT"/>
          </a:p>
        </p:txBody>
      </p:sp>
    </p:spTree>
    <p:extLst>
      <p:ext uri="{BB962C8B-B14F-4D97-AF65-F5344CB8AC3E}">
        <p14:creationId xmlns:p14="http://schemas.microsoft.com/office/powerpoint/2010/main" val="41585632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olo verticale e testo">
    <p:spTree>
      <p:nvGrpSpPr>
        <p:cNvPr id="1" name=""/>
        <p:cNvGrpSpPr/>
        <p:nvPr/>
      </p:nvGrpSpPr>
      <p:grpSpPr>
        <a:xfrm>
          <a:off x="0" y="0"/>
          <a:ext cx="0" cy="0"/>
          <a:chOff x="0" y="0"/>
          <a:chExt cx="0" cy="0"/>
        </a:xfrm>
      </p:grpSpPr>
      <p:sp>
        <p:nvSpPr>
          <p:cNvPr id="2" name="Titolo verticale 1"/>
          <p:cNvSpPr>
            <a:spLocks noGrp="1"/>
          </p:cNvSpPr>
          <p:nvPr>
            <p:ph type="title" orient="vert"/>
          </p:nvPr>
        </p:nvSpPr>
        <p:spPr>
          <a:xfrm>
            <a:off x="6629400" y="274638"/>
            <a:ext cx="2057400" cy="5851525"/>
          </a:xfrm>
        </p:spPr>
        <p:txBody>
          <a:bodyPr vert="eaVert"/>
          <a:lstStyle/>
          <a:p>
            <a:r>
              <a:rPr lang="it-IT"/>
              <a:t>Fare clic per modificare stile</a:t>
            </a:r>
          </a:p>
        </p:txBody>
      </p:sp>
      <p:sp>
        <p:nvSpPr>
          <p:cNvPr id="3" name="Segnaposto testo verticale 2"/>
          <p:cNvSpPr>
            <a:spLocks noGrp="1"/>
          </p:cNvSpPr>
          <p:nvPr>
            <p:ph type="body" orient="vert" idx="1"/>
          </p:nvPr>
        </p:nvSpPr>
        <p:spPr>
          <a:xfrm>
            <a:off x="457200" y="274638"/>
            <a:ext cx="6019800" cy="5851525"/>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p:cNvSpPr>
            <a:spLocks noGrp="1"/>
          </p:cNvSpPr>
          <p:nvPr>
            <p:ph type="dt" sz="half" idx="10"/>
          </p:nvPr>
        </p:nvSpPr>
        <p:spPr/>
        <p:txBody>
          <a:bodyPr/>
          <a:lstStyle/>
          <a:p>
            <a:fld id="{AD8BF249-6BAC-CD40-AAE9-334F110649E5}" type="datetimeFigureOut">
              <a:rPr lang="it-IT" smtClean="0"/>
              <a:pPr/>
              <a:t>11/01/26</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8EB8520A-26EA-DE4B-B141-4532FC98FF0E}" type="slidenum">
              <a:rPr lang="it-IT" smtClean="0"/>
              <a:pPr/>
              <a:t>‹N›</a:t>
            </a:fld>
            <a:endParaRPr lang="it-IT"/>
          </a:p>
        </p:txBody>
      </p:sp>
    </p:spTree>
    <p:extLst>
      <p:ext uri="{BB962C8B-B14F-4D97-AF65-F5344CB8AC3E}">
        <p14:creationId xmlns:p14="http://schemas.microsoft.com/office/powerpoint/2010/main" val="38817748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it-IT"/>
              <a:t>Fare clic per modificare stile</a:t>
            </a:r>
          </a:p>
        </p:txBody>
      </p:sp>
      <p:sp>
        <p:nvSpPr>
          <p:cNvPr id="3" name="Segnaposto testo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D8BF249-6BAC-CD40-AAE9-334F110649E5}" type="datetimeFigureOut">
              <a:rPr lang="it-IT" smtClean="0"/>
              <a:pPr/>
              <a:t>11/01/26</a:t>
            </a:fld>
            <a:endParaRPr lang="it-IT"/>
          </a:p>
        </p:txBody>
      </p:sp>
      <p:sp>
        <p:nvSpPr>
          <p:cNvPr id="5" name="Segnaposto piè di pagina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it-IT"/>
          </a:p>
        </p:txBody>
      </p:sp>
      <p:sp>
        <p:nvSpPr>
          <p:cNvPr id="6" name="Segnaposto numero diapositiva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EB8520A-26EA-DE4B-B141-4532FC98FF0E}" type="slidenum">
              <a:rPr lang="it-IT" smtClean="0"/>
              <a:pPr/>
              <a:t>‹N›</a:t>
            </a:fld>
            <a:endParaRPr lang="it-IT"/>
          </a:p>
        </p:txBody>
      </p:sp>
    </p:spTree>
    <p:extLst>
      <p:ext uri="{BB962C8B-B14F-4D97-AF65-F5344CB8AC3E}">
        <p14:creationId xmlns:p14="http://schemas.microsoft.com/office/powerpoint/2010/main" val="42379158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it-IT"/>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magine 8"/>
          <p:cNvPicPr>
            <a:picLocks noChangeAspect="1"/>
          </p:cNvPicPr>
          <p:nvPr/>
        </p:nvPicPr>
        <p:blipFill>
          <a:blip r:embed="rId2"/>
          <a:stretch>
            <a:fillRect/>
          </a:stretch>
        </p:blipFill>
        <p:spPr>
          <a:xfrm>
            <a:off x="6038930" y="6347762"/>
            <a:ext cx="2545261" cy="522390"/>
          </a:xfrm>
          <a:prstGeom prst="rect">
            <a:avLst/>
          </a:prstGeom>
        </p:spPr>
      </p:pic>
      <p:pic>
        <p:nvPicPr>
          <p:cNvPr id="4" name="Immagine 3"/>
          <p:cNvPicPr>
            <a:picLocks noChangeAspect="1"/>
          </p:cNvPicPr>
          <p:nvPr/>
        </p:nvPicPr>
        <p:blipFill>
          <a:blip r:embed="rId3"/>
          <a:stretch>
            <a:fillRect/>
          </a:stretch>
        </p:blipFill>
        <p:spPr>
          <a:xfrm>
            <a:off x="0" y="12700"/>
            <a:ext cx="9144000" cy="6845300"/>
          </a:xfrm>
          <a:prstGeom prst="rect">
            <a:avLst/>
          </a:prstGeom>
        </p:spPr>
      </p:pic>
      <p:sp>
        <p:nvSpPr>
          <p:cNvPr id="8" name="CasellaDiTesto 7"/>
          <p:cNvSpPr txBox="1"/>
          <p:nvPr/>
        </p:nvSpPr>
        <p:spPr>
          <a:xfrm>
            <a:off x="4914900" y="2932536"/>
            <a:ext cx="3629617" cy="369332"/>
          </a:xfrm>
          <a:prstGeom prst="rect">
            <a:avLst/>
          </a:prstGeom>
          <a:noFill/>
        </p:spPr>
        <p:txBody>
          <a:bodyPr wrap="square" rtlCol="0">
            <a:spAutoFit/>
          </a:bodyPr>
          <a:lstStyle/>
          <a:p>
            <a:pPr algn="r"/>
            <a:r>
              <a:rPr lang="en-US" noProof="0" dirty="0"/>
              <a:t>And speed up </a:t>
            </a:r>
            <a:r>
              <a:rPr lang="en-US" noProof="0" dirty="0" err="1"/>
              <a:t>wrt</a:t>
            </a:r>
            <a:r>
              <a:rPr lang="en-US" noProof="0" dirty="0"/>
              <a:t> sequential version</a:t>
            </a:r>
          </a:p>
        </p:txBody>
      </p:sp>
      <p:sp>
        <p:nvSpPr>
          <p:cNvPr id="11" name="CasellaDiTesto 10"/>
          <p:cNvSpPr txBox="1"/>
          <p:nvPr/>
        </p:nvSpPr>
        <p:spPr>
          <a:xfrm>
            <a:off x="6053129" y="4590468"/>
            <a:ext cx="2491388" cy="338554"/>
          </a:xfrm>
          <a:prstGeom prst="rect">
            <a:avLst/>
          </a:prstGeom>
          <a:noFill/>
        </p:spPr>
        <p:txBody>
          <a:bodyPr wrap="none" rtlCol="0">
            <a:spAutoFit/>
          </a:bodyPr>
          <a:lstStyle/>
          <a:p>
            <a:pPr algn="r"/>
            <a:r>
              <a:rPr lang="en-US" sz="1600" b="1" noProof="0" dirty="0" err="1">
                <a:latin typeface=""/>
              </a:rPr>
              <a:t>Relatore</a:t>
            </a:r>
            <a:r>
              <a:rPr lang="en-US" sz="1600" b="1" noProof="0" dirty="0">
                <a:latin typeface=""/>
              </a:rPr>
              <a:t>/</a:t>
            </a:r>
            <a:r>
              <a:rPr lang="en-US" sz="1600" b="1" noProof="0" dirty="0" err="1">
                <a:latin typeface=""/>
              </a:rPr>
              <a:t>i</a:t>
            </a:r>
            <a:r>
              <a:rPr lang="en-US" sz="1600" b="1" noProof="0" dirty="0">
                <a:latin typeface=""/>
              </a:rPr>
              <a:t> Bertini Marco</a:t>
            </a:r>
          </a:p>
        </p:txBody>
      </p:sp>
      <p:sp>
        <p:nvSpPr>
          <p:cNvPr id="15" name="CasellaDiTesto 14"/>
          <p:cNvSpPr txBox="1"/>
          <p:nvPr/>
        </p:nvSpPr>
        <p:spPr>
          <a:xfrm>
            <a:off x="4172467" y="1833835"/>
            <a:ext cx="4411724" cy="1077218"/>
          </a:xfrm>
          <a:prstGeom prst="rect">
            <a:avLst/>
          </a:prstGeom>
          <a:noFill/>
        </p:spPr>
        <p:txBody>
          <a:bodyPr wrap="square" rtlCol="0">
            <a:spAutoFit/>
          </a:bodyPr>
          <a:lstStyle/>
          <a:p>
            <a:pPr algn="r"/>
            <a:r>
              <a:rPr lang="en-US" sz="3200" b="1" noProof="0" dirty="0">
                <a:solidFill>
                  <a:schemeClr val="accent1">
                    <a:lumMod val="75000"/>
                  </a:schemeClr>
                </a:solidFill>
                <a:latin typeface=""/>
              </a:rPr>
              <a:t>Parallelization of </a:t>
            </a:r>
            <a:r>
              <a:rPr lang="en-US" sz="3200" b="1" noProof="0" dirty="0" err="1">
                <a:solidFill>
                  <a:schemeClr val="accent1">
                    <a:lumMod val="75000"/>
                  </a:schemeClr>
                </a:solidFill>
                <a:latin typeface=""/>
              </a:rPr>
              <a:t>Boids</a:t>
            </a:r>
            <a:r>
              <a:rPr lang="en-US" sz="3200" b="1" noProof="0" dirty="0">
                <a:solidFill>
                  <a:schemeClr val="accent1">
                    <a:lumMod val="75000"/>
                  </a:schemeClr>
                </a:solidFill>
                <a:latin typeface=""/>
              </a:rPr>
              <a:t> Algorithm</a:t>
            </a:r>
          </a:p>
        </p:txBody>
      </p:sp>
    </p:spTree>
    <p:extLst>
      <p:ext uri="{BB962C8B-B14F-4D97-AF65-F5344CB8AC3E}">
        <p14:creationId xmlns:p14="http://schemas.microsoft.com/office/powerpoint/2010/main" val="33117144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magine 1"/>
          <p:cNvPicPr>
            <a:picLocks noChangeAspect="1"/>
          </p:cNvPicPr>
          <p:nvPr/>
        </p:nvPicPr>
        <p:blipFill>
          <a:blip r:embed="rId3"/>
          <a:stretch>
            <a:fillRect/>
          </a:stretch>
        </p:blipFill>
        <p:spPr>
          <a:xfrm>
            <a:off x="0" y="0"/>
            <a:ext cx="9180512" cy="6872633"/>
          </a:xfrm>
          <a:prstGeom prst="rect">
            <a:avLst/>
          </a:prstGeom>
        </p:spPr>
      </p:pic>
      <p:sp>
        <p:nvSpPr>
          <p:cNvPr id="7" name="CasellaDiTesto 6"/>
          <p:cNvSpPr txBox="1"/>
          <p:nvPr/>
        </p:nvSpPr>
        <p:spPr>
          <a:xfrm>
            <a:off x="648253" y="1305402"/>
            <a:ext cx="4663050" cy="461665"/>
          </a:xfrm>
          <a:prstGeom prst="rect">
            <a:avLst/>
          </a:prstGeom>
          <a:noFill/>
        </p:spPr>
        <p:txBody>
          <a:bodyPr wrap="square" rtlCol="0">
            <a:spAutoFit/>
          </a:bodyPr>
          <a:lstStyle/>
          <a:p>
            <a:r>
              <a:rPr lang="en-US" sz="2400" b="1" noProof="0" dirty="0">
                <a:solidFill>
                  <a:schemeClr val="accent1">
                    <a:lumMod val="75000"/>
                  </a:schemeClr>
                </a:solidFill>
                <a:latin typeface="Arial"/>
                <a:cs typeface="Arial"/>
              </a:rPr>
              <a:t>Introduction</a:t>
            </a:r>
          </a:p>
        </p:txBody>
      </p:sp>
      <p:sp>
        <p:nvSpPr>
          <p:cNvPr id="8" name="CasellaDiTesto 7"/>
          <p:cNvSpPr txBox="1"/>
          <p:nvPr/>
        </p:nvSpPr>
        <p:spPr>
          <a:xfrm>
            <a:off x="648253" y="1705113"/>
            <a:ext cx="1569660" cy="369332"/>
          </a:xfrm>
          <a:prstGeom prst="rect">
            <a:avLst/>
          </a:prstGeom>
          <a:noFill/>
        </p:spPr>
        <p:txBody>
          <a:bodyPr wrap="none" rtlCol="0">
            <a:spAutoFit/>
          </a:bodyPr>
          <a:lstStyle/>
          <a:p>
            <a:r>
              <a:rPr lang="en-US" noProof="0" dirty="0">
                <a:latin typeface="Arial"/>
                <a:cs typeface="Arial"/>
              </a:rPr>
              <a:t>Project Goals</a:t>
            </a:r>
          </a:p>
        </p:txBody>
      </p:sp>
      <p:sp>
        <p:nvSpPr>
          <p:cNvPr id="9" name="CasellaDiTesto 8"/>
          <p:cNvSpPr txBox="1"/>
          <p:nvPr/>
        </p:nvSpPr>
        <p:spPr>
          <a:xfrm>
            <a:off x="658886" y="2650078"/>
            <a:ext cx="7819027" cy="954107"/>
          </a:xfrm>
          <a:prstGeom prst="rect">
            <a:avLst/>
          </a:prstGeom>
          <a:noFill/>
        </p:spPr>
        <p:txBody>
          <a:bodyPr wrap="square" rtlCol="0">
            <a:spAutoFit/>
          </a:bodyPr>
          <a:lstStyle/>
          <a:p>
            <a:pPr marL="285750" indent="-285750" algn="just">
              <a:buFont typeface="Arial" panose="020B0604020202020204" pitchFamily="34" charset="0"/>
              <a:buChar char="•"/>
            </a:pPr>
            <a:r>
              <a:rPr lang="en-US" sz="1400" noProof="0" dirty="0"/>
              <a:t>Implementation of Artificial life program «</a:t>
            </a:r>
            <a:r>
              <a:rPr lang="en-US" sz="1400" noProof="0" dirty="0" err="1"/>
              <a:t>Boids</a:t>
            </a:r>
            <a:r>
              <a:rPr lang="en-US" sz="1400" noProof="0" dirty="0"/>
              <a:t>» by Craig Reynolds</a:t>
            </a:r>
          </a:p>
          <a:p>
            <a:pPr marL="285750" indent="-285750" algn="just">
              <a:buFont typeface="Arial" panose="020B0604020202020204" pitchFamily="34" charset="0"/>
              <a:buChar char="•"/>
            </a:pPr>
            <a:r>
              <a:rPr lang="en-US" sz="1400" noProof="0" dirty="0"/>
              <a:t>Program Parallelization by OpenMP library directives</a:t>
            </a:r>
          </a:p>
          <a:p>
            <a:pPr marL="285750" indent="-285750" algn="just">
              <a:buFont typeface="Arial" panose="020B0604020202020204" pitchFamily="34" charset="0"/>
              <a:buChar char="•"/>
            </a:pPr>
            <a:r>
              <a:rPr lang="en-US" sz="1400" noProof="0" dirty="0"/>
              <a:t>Confront and speed up analysis </a:t>
            </a:r>
            <a:r>
              <a:rPr lang="en-US" sz="1400" noProof="0" dirty="0" err="1"/>
              <a:t>wrt</a:t>
            </a:r>
            <a:r>
              <a:rPr lang="en-US" sz="1400" noProof="0" dirty="0"/>
              <a:t> sequential program</a:t>
            </a:r>
          </a:p>
          <a:p>
            <a:pPr marL="285750" indent="-285750" algn="just">
              <a:buFont typeface="Arial" panose="020B0604020202020204" pitchFamily="34" charset="0"/>
              <a:buChar char="•"/>
            </a:pPr>
            <a:r>
              <a:rPr lang="en-US" sz="1400" noProof="0" dirty="0"/>
              <a:t>Graphic visualization by SFML visual library</a:t>
            </a:r>
          </a:p>
        </p:txBody>
      </p:sp>
      <p:sp>
        <p:nvSpPr>
          <p:cNvPr id="12" name="Rettangolo 11"/>
          <p:cNvSpPr/>
          <p:nvPr/>
        </p:nvSpPr>
        <p:spPr>
          <a:xfrm>
            <a:off x="8255000" y="6366466"/>
            <a:ext cx="280763" cy="501650"/>
          </a:xfrm>
          <a:prstGeom prst="rect">
            <a:avLst/>
          </a:prstGeom>
          <a:solidFill>
            <a:srgbClr val="003053"/>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solidFill>
                <a:srgbClr val="003257"/>
              </a:solidFill>
            </a:endParaRPr>
          </a:p>
        </p:txBody>
      </p:sp>
      <p:sp>
        <p:nvSpPr>
          <p:cNvPr id="11" name="Segnaposto numero diapositiva 10"/>
          <p:cNvSpPr>
            <a:spLocks noGrp="1"/>
          </p:cNvSpPr>
          <p:nvPr>
            <p:ph type="sldNum" sz="quarter" idx="12"/>
          </p:nvPr>
        </p:nvSpPr>
        <p:spPr>
          <a:xfrm>
            <a:off x="6402163" y="6356350"/>
            <a:ext cx="2133600" cy="365125"/>
          </a:xfrm>
        </p:spPr>
        <p:txBody>
          <a:bodyPr/>
          <a:lstStyle/>
          <a:p>
            <a:fld id="{8EB8520A-26EA-DE4B-B141-4532FC98FF0E}" type="slidenum">
              <a:rPr lang="en-US" b="1" noProof="0" smtClean="0">
                <a:solidFill>
                  <a:schemeClr val="bg1"/>
                </a:solidFill>
                <a:latin typeface="Arial"/>
                <a:cs typeface="Arial"/>
              </a:rPr>
              <a:pPr/>
              <a:t>2</a:t>
            </a:fld>
            <a:endParaRPr lang="en-US" b="1" noProof="0" dirty="0">
              <a:solidFill>
                <a:schemeClr val="bg1"/>
              </a:solidFill>
              <a:latin typeface="Arial"/>
              <a:cs typeface="Arial"/>
            </a:endParaRPr>
          </a:p>
        </p:txBody>
      </p:sp>
      <p:sp>
        <p:nvSpPr>
          <p:cNvPr id="10" name="CasellaDiTesto 9"/>
          <p:cNvSpPr txBox="1"/>
          <p:nvPr/>
        </p:nvSpPr>
        <p:spPr>
          <a:xfrm>
            <a:off x="7508873" y="51433"/>
            <a:ext cx="1184940" cy="338554"/>
          </a:xfrm>
          <a:prstGeom prst="rect">
            <a:avLst/>
          </a:prstGeom>
          <a:noFill/>
        </p:spPr>
        <p:txBody>
          <a:bodyPr wrap="none" rtlCol="0">
            <a:spAutoFit/>
          </a:bodyPr>
          <a:lstStyle/>
          <a:p>
            <a:pPr algn="r"/>
            <a:r>
              <a:rPr lang="en-US" sz="800" b="1" noProof="0" dirty="0">
                <a:solidFill>
                  <a:schemeClr val="bg1"/>
                </a:solidFill>
                <a:latin typeface="Arial"/>
                <a:cs typeface="Arial"/>
              </a:rPr>
              <a:t>Titolo </a:t>
            </a:r>
            <a:r>
              <a:rPr lang="en-US" sz="800" b="1" noProof="0" dirty="0" err="1">
                <a:solidFill>
                  <a:schemeClr val="bg1"/>
                </a:solidFill>
                <a:latin typeface="Arial"/>
                <a:cs typeface="Arial"/>
              </a:rPr>
              <a:t>presentazione</a:t>
            </a:r>
            <a:r>
              <a:rPr lang="en-US" sz="800" b="1" noProof="0" dirty="0">
                <a:solidFill>
                  <a:schemeClr val="bg1"/>
                </a:solidFill>
                <a:latin typeface="Arial"/>
                <a:cs typeface="Arial"/>
              </a:rPr>
              <a:t> </a:t>
            </a:r>
          </a:p>
          <a:p>
            <a:pPr algn="r"/>
            <a:r>
              <a:rPr lang="en-US" sz="800" b="1" noProof="0" dirty="0">
                <a:solidFill>
                  <a:schemeClr val="bg1"/>
                </a:solidFill>
                <a:latin typeface="Arial"/>
                <a:cs typeface="Arial"/>
              </a:rPr>
              <a:t>arial bold 8 pt</a:t>
            </a:r>
          </a:p>
        </p:txBody>
      </p:sp>
      <p:sp>
        <p:nvSpPr>
          <p:cNvPr id="14" name="CasellaDiTesto 13"/>
          <p:cNvSpPr txBox="1"/>
          <p:nvPr/>
        </p:nvSpPr>
        <p:spPr>
          <a:xfrm>
            <a:off x="7082015" y="403482"/>
            <a:ext cx="1621846" cy="492443"/>
          </a:xfrm>
          <a:prstGeom prst="rect">
            <a:avLst/>
          </a:prstGeom>
          <a:noFill/>
        </p:spPr>
        <p:txBody>
          <a:bodyPr wrap="none" rtlCol="0">
            <a:spAutoFit/>
          </a:bodyPr>
          <a:lstStyle/>
          <a:p>
            <a:pPr algn="r"/>
            <a:r>
              <a:rPr lang="en-US" sz="800" noProof="0" dirty="0" err="1">
                <a:solidFill>
                  <a:schemeClr val="bg1"/>
                </a:solidFill>
                <a:latin typeface="Arial"/>
                <a:cs typeface="Arial"/>
              </a:rPr>
              <a:t>Luogo</a:t>
            </a:r>
            <a:r>
              <a:rPr lang="en-US" sz="800" noProof="0" dirty="0">
                <a:solidFill>
                  <a:schemeClr val="bg1"/>
                </a:solidFill>
                <a:latin typeface="Arial"/>
                <a:cs typeface="Arial"/>
              </a:rPr>
              <a:t> e data arial regular 8 pt</a:t>
            </a:r>
          </a:p>
          <a:p>
            <a:endParaRPr lang="en-US" noProof="0" dirty="0"/>
          </a:p>
        </p:txBody>
      </p:sp>
    </p:spTree>
    <p:extLst>
      <p:ext uri="{BB962C8B-B14F-4D97-AF65-F5344CB8AC3E}">
        <p14:creationId xmlns:p14="http://schemas.microsoft.com/office/powerpoint/2010/main" val="30164311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B68EF2-1F43-99F6-F81C-A4CD7C3A59DD}"/>
            </a:ext>
          </a:extLst>
        </p:cNvPr>
        <p:cNvGrpSpPr/>
        <p:nvPr/>
      </p:nvGrpSpPr>
      <p:grpSpPr>
        <a:xfrm>
          <a:off x="0" y="0"/>
          <a:ext cx="0" cy="0"/>
          <a:chOff x="0" y="0"/>
          <a:chExt cx="0" cy="0"/>
        </a:xfrm>
      </p:grpSpPr>
      <p:pic>
        <p:nvPicPr>
          <p:cNvPr id="2" name="Immagine 1">
            <a:extLst>
              <a:ext uri="{FF2B5EF4-FFF2-40B4-BE49-F238E27FC236}">
                <a16:creationId xmlns:a16="http://schemas.microsoft.com/office/drawing/2014/main" id="{2DB5B80F-779D-7FF7-949C-85FEED69C2D1}"/>
              </a:ext>
            </a:extLst>
          </p:cNvPr>
          <p:cNvPicPr>
            <a:picLocks noChangeAspect="1"/>
          </p:cNvPicPr>
          <p:nvPr/>
        </p:nvPicPr>
        <p:blipFill>
          <a:blip r:embed="rId3"/>
          <a:stretch>
            <a:fillRect/>
          </a:stretch>
        </p:blipFill>
        <p:spPr>
          <a:xfrm>
            <a:off x="0" y="1707"/>
            <a:ext cx="9180512" cy="6872633"/>
          </a:xfrm>
          <a:prstGeom prst="rect">
            <a:avLst/>
          </a:prstGeom>
        </p:spPr>
      </p:pic>
      <p:sp>
        <p:nvSpPr>
          <p:cNvPr id="7" name="CasellaDiTesto 6">
            <a:extLst>
              <a:ext uri="{FF2B5EF4-FFF2-40B4-BE49-F238E27FC236}">
                <a16:creationId xmlns:a16="http://schemas.microsoft.com/office/drawing/2014/main" id="{5F8E7B9F-1F14-229F-EC10-A5EF589800F7}"/>
              </a:ext>
            </a:extLst>
          </p:cNvPr>
          <p:cNvSpPr txBox="1"/>
          <p:nvPr/>
        </p:nvSpPr>
        <p:spPr>
          <a:xfrm>
            <a:off x="648253" y="1305402"/>
            <a:ext cx="4663050" cy="461665"/>
          </a:xfrm>
          <a:prstGeom prst="rect">
            <a:avLst/>
          </a:prstGeom>
          <a:noFill/>
        </p:spPr>
        <p:txBody>
          <a:bodyPr wrap="square" rtlCol="0">
            <a:spAutoFit/>
          </a:bodyPr>
          <a:lstStyle/>
          <a:p>
            <a:r>
              <a:rPr lang="en-US" sz="2400" b="1" noProof="0" dirty="0" err="1">
                <a:solidFill>
                  <a:schemeClr val="accent1">
                    <a:lumMod val="75000"/>
                  </a:schemeClr>
                </a:solidFill>
                <a:latin typeface="Arial"/>
                <a:cs typeface="Arial"/>
              </a:rPr>
              <a:t>Boids</a:t>
            </a:r>
            <a:r>
              <a:rPr lang="en-US" sz="2400" b="1" noProof="0" dirty="0">
                <a:solidFill>
                  <a:schemeClr val="accent1">
                    <a:lumMod val="75000"/>
                  </a:schemeClr>
                </a:solidFill>
                <a:latin typeface="Arial"/>
                <a:cs typeface="Arial"/>
              </a:rPr>
              <a:t> Algorithm</a:t>
            </a:r>
          </a:p>
        </p:txBody>
      </p:sp>
      <p:sp>
        <p:nvSpPr>
          <p:cNvPr id="8" name="CasellaDiTesto 7">
            <a:extLst>
              <a:ext uri="{FF2B5EF4-FFF2-40B4-BE49-F238E27FC236}">
                <a16:creationId xmlns:a16="http://schemas.microsoft.com/office/drawing/2014/main" id="{8EEB82F8-F193-CCE4-733E-560B0836B4E4}"/>
              </a:ext>
            </a:extLst>
          </p:cNvPr>
          <p:cNvSpPr txBox="1"/>
          <p:nvPr/>
        </p:nvSpPr>
        <p:spPr>
          <a:xfrm>
            <a:off x="648253" y="1705113"/>
            <a:ext cx="1749197" cy="369332"/>
          </a:xfrm>
          <a:prstGeom prst="rect">
            <a:avLst/>
          </a:prstGeom>
          <a:noFill/>
        </p:spPr>
        <p:txBody>
          <a:bodyPr wrap="none" rtlCol="0">
            <a:spAutoFit/>
          </a:bodyPr>
          <a:lstStyle/>
          <a:p>
            <a:r>
              <a:rPr lang="en-US" noProof="0" dirty="0">
                <a:latin typeface="Arial"/>
                <a:cs typeface="Arial"/>
              </a:rPr>
              <a:t>What are they?</a:t>
            </a:r>
          </a:p>
        </p:txBody>
      </p:sp>
      <p:sp>
        <p:nvSpPr>
          <p:cNvPr id="9" name="CasellaDiTesto 8">
            <a:extLst>
              <a:ext uri="{FF2B5EF4-FFF2-40B4-BE49-F238E27FC236}">
                <a16:creationId xmlns:a16="http://schemas.microsoft.com/office/drawing/2014/main" id="{96E2097D-754E-21CD-56A9-EC5F5104BB0E}"/>
              </a:ext>
            </a:extLst>
          </p:cNvPr>
          <p:cNvSpPr txBox="1"/>
          <p:nvPr/>
        </p:nvSpPr>
        <p:spPr>
          <a:xfrm>
            <a:off x="658886" y="2650078"/>
            <a:ext cx="7819027" cy="2462213"/>
          </a:xfrm>
          <a:prstGeom prst="rect">
            <a:avLst/>
          </a:prstGeom>
          <a:noFill/>
        </p:spPr>
        <p:txBody>
          <a:bodyPr wrap="square" rtlCol="0">
            <a:spAutoFit/>
          </a:bodyPr>
          <a:lstStyle/>
          <a:p>
            <a:pPr algn="just"/>
            <a:r>
              <a:rPr lang="en-US" sz="1400" noProof="0" dirty="0" err="1"/>
              <a:t>Boids</a:t>
            </a:r>
            <a:r>
              <a:rPr lang="en-US" sz="1400" noProof="0" dirty="0"/>
              <a:t> is an artificial life program, developed by Craig Reynolds in 1986, which simulates the flocking behavior of birds, and related group motion. The name "</a:t>
            </a:r>
            <a:r>
              <a:rPr lang="en-US" sz="1400" noProof="0" dirty="0" err="1"/>
              <a:t>boid</a:t>
            </a:r>
            <a:r>
              <a:rPr lang="en-US" sz="1400" noProof="0" dirty="0"/>
              <a:t>" corresponds to a shortened version of "bird-</a:t>
            </a:r>
            <a:r>
              <a:rPr lang="en-US" sz="1400" noProof="0" dirty="0" err="1"/>
              <a:t>oid</a:t>
            </a:r>
            <a:r>
              <a:rPr lang="en-US" sz="1400" noProof="0" dirty="0"/>
              <a:t> object", which refers to a bird-like object.</a:t>
            </a:r>
          </a:p>
          <a:p>
            <a:pPr algn="just"/>
            <a:endParaRPr lang="en-US" sz="1400" noProof="0" dirty="0"/>
          </a:p>
          <a:p>
            <a:pPr algn="just"/>
            <a:r>
              <a:rPr lang="en-US" sz="1400" noProof="0" dirty="0"/>
              <a:t>The main rules applied to </a:t>
            </a:r>
            <a:r>
              <a:rPr lang="en-US" sz="1400" noProof="0" dirty="0" err="1"/>
              <a:t>boids</a:t>
            </a:r>
            <a:r>
              <a:rPr lang="en-US" sz="1400" noProof="0" dirty="0"/>
              <a:t> are:</a:t>
            </a:r>
          </a:p>
          <a:p>
            <a:pPr marL="285750" indent="-285750" algn="just">
              <a:buFont typeface="Arial" panose="020B0604020202020204" pitchFamily="34" charset="0"/>
              <a:buChar char="•"/>
            </a:pPr>
            <a:r>
              <a:rPr lang="en-US" sz="1400" b="1" noProof="0" dirty="0"/>
              <a:t>Separation: </a:t>
            </a:r>
            <a:r>
              <a:rPr lang="en-US" sz="1400" noProof="0" dirty="0"/>
              <a:t>steer to avoid crowding local flock mates</a:t>
            </a:r>
          </a:p>
          <a:p>
            <a:pPr marL="285750" indent="-285750" algn="just">
              <a:buFont typeface="Arial" panose="020B0604020202020204" pitchFamily="34" charset="0"/>
              <a:buChar char="•"/>
            </a:pPr>
            <a:r>
              <a:rPr lang="en-US" sz="1400" b="1" noProof="0" dirty="0"/>
              <a:t>Alignment</a:t>
            </a:r>
            <a:r>
              <a:rPr lang="en-US" sz="1400" noProof="0" dirty="0"/>
              <a:t>: steer towards the average heading of local flock mates</a:t>
            </a:r>
          </a:p>
          <a:p>
            <a:pPr marL="285750" indent="-285750" algn="just">
              <a:buFont typeface="Arial" panose="020B0604020202020204" pitchFamily="34" charset="0"/>
              <a:buChar char="•"/>
            </a:pPr>
            <a:r>
              <a:rPr lang="en-US" sz="1400" b="1" noProof="0" dirty="0"/>
              <a:t>Cohesion</a:t>
            </a:r>
            <a:r>
              <a:rPr lang="en-US" sz="1400" noProof="0" dirty="0"/>
              <a:t>: steer to move towards the average position (center of mass) of local flock mates</a:t>
            </a:r>
          </a:p>
          <a:p>
            <a:pPr algn="just"/>
            <a:endParaRPr lang="en-US" sz="1400" noProof="0" dirty="0"/>
          </a:p>
          <a:p>
            <a:pPr algn="just"/>
            <a:r>
              <a:rPr lang="en-US" sz="1400" noProof="0" dirty="0"/>
              <a:t>Every object has a vertical and horizontal velocity as well as a vertical and horizontal position that they are updates according to the rules before.</a:t>
            </a:r>
          </a:p>
        </p:txBody>
      </p:sp>
      <p:sp>
        <p:nvSpPr>
          <p:cNvPr id="12" name="Rettangolo 11">
            <a:extLst>
              <a:ext uri="{FF2B5EF4-FFF2-40B4-BE49-F238E27FC236}">
                <a16:creationId xmlns:a16="http://schemas.microsoft.com/office/drawing/2014/main" id="{E9ACEE09-A8B9-6059-92D1-D8279F1FABAF}"/>
              </a:ext>
            </a:extLst>
          </p:cNvPr>
          <p:cNvSpPr/>
          <p:nvPr/>
        </p:nvSpPr>
        <p:spPr>
          <a:xfrm>
            <a:off x="8255000" y="6366466"/>
            <a:ext cx="280763" cy="501650"/>
          </a:xfrm>
          <a:prstGeom prst="rect">
            <a:avLst/>
          </a:prstGeom>
          <a:solidFill>
            <a:srgbClr val="003053"/>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solidFill>
                <a:srgbClr val="003257"/>
              </a:solidFill>
            </a:endParaRPr>
          </a:p>
        </p:txBody>
      </p:sp>
      <p:sp>
        <p:nvSpPr>
          <p:cNvPr id="11" name="Segnaposto numero diapositiva 10">
            <a:extLst>
              <a:ext uri="{FF2B5EF4-FFF2-40B4-BE49-F238E27FC236}">
                <a16:creationId xmlns:a16="http://schemas.microsoft.com/office/drawing/2014/main" id="{C5D454AF-31C6-FDBF-BC65-99E69F9DCFA8}"/>
              </a:ext>
            </a:extLst>
          </p:cNvPr>
          <p:cNvSpPr>
            <a:spLocks noGrp="1"/>
          </p:cNvSpPr>
          <p:nvPr>
            <p:ph type="sldNum" sz="quarter" idx="12"/>
          </p:nvPr>
        </p:nvSpPr>
        <p:spPr>
          <a:xfrm>
            <a:off x="6402163" y="6356350"/>
            <a:ext cx="2133600" cy="365125"/>
          </a:xfrm>
        </p:spPr>
        <p:txBody>
          <a:bodyPr/>
          <a:lstStyle/>
          <a:p>
            <a:fld id="{8EB8520A-26EA-DE4B-B141-4532FC98FF0E}" type="slidenum">
              <a:rPr lang="en-US" b="1" noProof="0" smtClean="0">
                <a:solidFill>
                  <a:schemeClr val="bg1"/>
                </a:solidFill>
                <a:latin typeface="Arial"/>
                <a:cs typeface="Arial"/>
              </a:rPr>
              <a:pPr/>
              <a:t>3</a:t>
            </a:fld>
            <a:endParaRPr lang="en-US" b="1" noProof="0" dirty="0">
              <a:solidFill>
                <a:schemeClr val="bg1"/>
              </a:solidFill>
              <a:latin typeface="Arial"/>
              <a:cs typeface="Arial"/>
            </a:endParaRPr>
          </a:p>
        </p:txBody>
      </p:sp>
      <p:sp>
        <p:nvSpPr>
          <p:cNvPr id="10" name="CasellaDiTesto 9">
            <a:extLst>
              <a:ext uri="{FF2B5EF4-FFF2-40B4-BE49-F238E27FC236}">
                <a16:creationId xmlns:a16="http://schemas.microsoft.com/office/drawing/2014/main" id="{1D4C6B81-B0D2-1CF0-288B-76CC68AA1431}"/>
              </a:ext>
            </a:extLst>
          </p:cNvPr>
          <p:cNvSpPr txBox="1"/>
          <p:nvPr/>
        </p:nvSpPr>
        <p:spPr>
          <a:xfrm>
            <a:off x="7508873" y="51433"/>
            <a:ext cx="1184940" cy="338554"/>
          </a:xfrm>
          <a:prstGeom prst="rect">
            <a:avLst/>
          </a:prstGeom>
          <a:noFill/>
        </p:spPr>
        <p:txBody>
          <a:bodyPr wrap="none" rtlCol="0">
            <a:spAutoFit/>
          </a:bodyPr>
          <a:lstStyle/>
          <a:p>
            <a:pPr algn="r"/>
            <a:r>
              <a:rPr lang="en-US" sz="800" b="1" noProof="0" dirty="0">
                <a:solidFill>
                  <a:schemeClr val="bg1"/>
                </a:solidFill>
                <a:latin typeface="Arial"/>
                <a:cs typeface="Arial"/>
              </a:rPr>
              <a:t>Titolo </a:t>
            </a:r>
            <a:r>
              <a:rPr lang="en-US" sz="800" b="1" noProof="0" dirty="0" err="1">
                <a:solidFill>
                  <a:schemeClr val="bg1"/>
                </a:solidFill>
                <a:latin typeface="Arial"/>
                <a:cs typeface="Arial"/>
              </a:rPr>
              <a:t>presentazione</a:t>
            </a:r>
            <a:r>
              <a:rPr lang="en-US" sz="800" b="1" noProof="0" dirty="0">
                <a:solidFill>
                  <a:schemeClr val="bg1"/>
                </a:solidFill>
                <a:latin typeface="Arial"/>
                <a:cs typeface="Arial"/>
              </a:rPr>
              <a:t> </a:t>
            </a:r>
          </a:p>
          <a:p>
            <a:pPr algn="r"/>
            <a:r>
              <a:rPr lang="en-US" sz="800" b="1" noProof="0" dirty="0">
                <a:solidFill>
                  <a:schemeClr val="bg1"/>
                </a:solidFill>
                <a:latin typeface="Arial"/>
                <a:cs typeface="Arial"/>
              </a:rPr>
              <a:t>arial bold 8 pt</a:t>
            </a:r>
          </a:p>
        </p:txBody>
      </p:sp>
      <p:sp>
        <p:nvSpPr>
          <p:cNvPr id="14" name="CasellaDiTesto 13">
            <a:extLst>
              <a:ext uri="{FF2B5EF4-FFF2-40B4-BE49-F238E27FC236}">
                <a16:creationId xmlns:a16="http://schemas.microsoft.com/office/drawing/2014/main" id="{2459B56B-F444-E4BB-1AD9-46C831A3E809}"/>
              </a:ext>
            </a:extLst>
          </p:cNvPr>
          <p:cNvSpPr txBox="1"/>
          <p:nvPr/>
        </p:nvSpPr>
        <p:spPr>
          <a:xfrm>
            <a:off x="7082015" y="403482"/>
            <a:ext cx="1621846" cy="492443"/>
          </a:xfrm>
          <a:prstGeom prst="rect">
            <a:avLst/>
          </a:prstGeom>
          <a:noFill/>
        </p:spPr>
        <p:txBody>
          <a:bodyPr wrap="none" rtlCol="0">
            <a:spAutoFit/>
          </a:bodyPr>
          <a:lstStyle/>
          <a:p>
            <a:pPr algn="r"/>
            <a:r>
              <a:rPr lang="en-US" sz="800" noProof="0" dirty="0" err="1">
                <a:solidFill>
                  <a:schemeClr val="bg1"/>
                </a:solidFill>
                <a:latin typeface="Arial"/>
                <a:cs typeface="Arial"/>
              </a:rPr>
              <a:t>Luogo</a:t>
            </a:r>
            <a:r>
              <a:rPr lang="en-US" sz="800" noProof="0" dirty="0">
                <a:solidFill>
                  <a:schemeClr val="bg1"/>
                </a:solidFill>
                <a:latin typeface="Arial"/>
                <a:cs typeface="Arial"/>
              </a:rPr>
              <a:t> e data arial regular 8 pt</a:t>
            </a:r>
          </a:p>
          <a:p>
            <a:endParaRPr lang="en-US" noProof="0" dirty="0"/>
          </a:p>
        </p:txBody>
      </p:sp>
    </p:spTree>
    <p:extLst>
      <p:ext uri="{BB962C8B-B14F-4D97-AF65-F5344CB8AC3E}">
        <p14:creationId xmlns:p14="http://schemas.microsoft.com/office/powerpoint/2010/main" val="17848861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Immagine 12"/>
          <p:cNvPicPr>
            <a:picLocks noChangeAspect="1"/>
          </p:cNvPicPr>
          <p:nvPr/>
        </p:nvPicPr>
        <p:blipFill>
          <a:blip r:embed="rId3"/>
          <a:stretch>
            <a:fillRect/>
          </a:stretch>
        </p:blipFill>
        <p:spPr>
          <a:xfrm>
            <a:off x="0" y="-4517"/>
            <a:ext cx="9180512" cy="6872633"/>
          </a:xfrm>
          <a:prstGeom prst="rect">
            <a:avLst/>
          </a:prstGeom>
        </p:spPr>
      </p:pic>
      <p:sp>
        <p:nvSpPr>
          <p:cNvPr id="9" name="CasellaDiTesto 8"/>
          <p:cNvSpPr txBox="1"/>
          <p:nvPr/>
        </p:nvSpPr>
        <p:spPr>
          <a:xfrm>
            <a:off x="670207" y="4384405"/>
            <a:ext cx="7983516" cy="707886"/>
          </a:xfrm>
          <a:prstGeom prst="rect">
            <a:avLst/>
          </a:prstGeom>
          <a:noFill/>
        </p:spPr>
        <p:txBody>
          <a:bodyPr wrap="square" rtlCol="0">
            <a:spAutoFit/>
          </a:bodyPr>
          <a:lstStyle/>
          <a:p>
            <a:pPr algn="just"/>
            <a:r>
              <a:rPr lang="en-US" sz="1200" noProof="0" dirty="0">
                <a:latin typeface="Arial"/>
                <a:cs typeface="Arial"/>
              </a:rPr>
              <a:t>Started from left to right: Separation, cohesion and alignment rules </a:t>
            </a:r>
          </a:p>
          <a:p>
            <a:pPr algn="just"/>
            <a:r>
              <a:rPr lang="en-US" sz="1400" noProof="0" dirty="0"/>
              <a:t>           </a:t>
            </a:r>
          </a:p>
          <a:p>
            <a:pPr algn="just"/>
            <a:r>
              <a:rPr lang="en-US" sz="1400" noProof="0" dirty="0"/>
              <a:t>           </a:t>
            </a:r>
          </a:p>
        </p:txBody>
      </p:sp>
      <p:sp>
        <p:nvSpPr>
          <p:cNvPr id="12" name="Rettangolo 11"/>
          <p:cNvSpPr/>
          <p:nvPr/>
        </p:nvSpPr>
        <p:spPr>
          <a:xfrm>
            <a:off x="8255000" y="6366466"/>
            <a:ext cx="280763" cy="501650"/>
          </a:xfrm>
          <a:prstGeom prst="rect">
            <a:avLst/>
          </a:prstGeom>
          <a:solidFill>
            <a:srgbClr val="003053"/>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solidFill>
                <a:srgbClr val="003257"/>
              </a:solidFill>
            </a:endParaRPr>
          </a:p>
        </p:txBody>
      </p:sp>
      <p:sp>
        <p:nvSpPr>
          <p:cNvPr id="11" name="Segnaposto numero diapositiva 10"/>
          <p:cNvSpPr>
            <a:spLocks noGrp="1"/>
          </p:cNvSpPr>
          <p:nvPr>
            <p:ph type="sldNum" sz="quarter" idx="12"/>
          </p:nvPr>
        </p:nvSpPr>
        <p:spPr>
          <a:xfrm>
            <a:off x="6402163" y="6356350"/>
            <a:ext cx="2133600" cy="365125"/>
          </a:xfrm>
        </p:spPr>
        <p:txBody>
          <a:bodyPr/>
          <a:lstStyle/>
          <a:p>
            <a:fld id="{8EB8520A-26EA-DE4B-B141-4532FC98FF0E}" type="slidenum">
              <a:rPr lang="en-US" b="1" noProof="0" smtClean="0">
                <a:solidFill>
                  <a:schemeClr val="bg1"/>
                </a:solidFill>
                <a:latin typeface="Arial"/>
                <a:cs typeface="Arial"/>
              </a:rPr>
              <a:pPr/>
              <a:t>4</a:t>
            </a:fld>
            <a:endParaRPr lang="en-US" b="1" noProof="0" dirty="0">
              <a:solidFill>
                <a:schemeClr val="bg1"/>
              </a:solidFill>
              <a:latin typeface="Arial"/>
              <a:cs typeface="Arial"/>
            </a:endParaRPr>
          </a:p>
        </p:txBody>
      </p:sp>
      <p:pic>
        <p:nvPicPr>
          <p:cNvPr id="18" name="Immagine 17" descr="Immagine che contiene cerchio, diagramma, disegno, design&#10;&#10;Il contenuto generato dall'IA potrebbe non essere corretto.">
            <a:extLst>
              <a:ext uri="{FF2B5EF4-FFF2-40B4-BE49-F238E27FC236}">
                <a16:creationId xmlns:a16="http://schemas.microsoft.com/office/drawing/2014/main" id="{3764669A-3368-45FC-69D3-6D9B68C159F3}"/>
              </a:ext>
            </a:extLst>
          </p:cNvPr>
          <p:cNvPicPr>
            <a:picLocks/>
          </p:cNvPicPr>
          <p:nvPr/>
        </p:nvPicPr>
        <p:blipFill>
          <a:blip r:embed="rId4"/>
          <a:stretch>
            <a:fillRect/>
          </a:stretch>
        </p:blipFill>
        <p:spPr>
          <a:xfrm>
            <a:off x="521044" y="1891808"/>
            <a:ext cx="2760614" cy="2319120"/>
          </a:xfrm>
          <a:prstGeom prst="rect">
            <a:avLst/>
          </a:prstGeom>
        </p:spPr>
      </p:pic>
      <p:pic>
        <p:nvPicPr>
          <p:cNvPr id="20" name="Immagine 19" descr="Immagine che contiene cerchio, orologio, diagramma, illustrazione&#10;&#10;Il contenuto generato dall'IA potrebbe non essere corretto.">
            <a:extLst>
              <a:ext uri="{FF2B5EF4-FFF2-40B4-BE49-F238E27FC236}">
                <a16:creationId xmlns:a16="http://schemas.microsoft.com/office/drawing/2014/main" id="{415F9124-E998-C212-602E-362B5EA81999}"/>
              </a:ext>
            </a:extLst>
          </p:cNvPr>
          <p:cNvPicPr>
            <a:picLocks/>
          </p:cNvPicPr>
          <p:nvPr/>
        </p:nvPicPr>
        <p:blipFill>
          <a:blip r:embed="rId5"/>
          <a:stretch>
            <a:fillRect/>
          </a:stretch>
        </p:blipFill>
        <p:spPr>
          <a:xfrm>
            <a:off x="5893109" y="1891808"/>
            <a:ext cx="2760614" cy="2319120"/>
          </a:xfrm>
          <a:prstGeom prst="rect">
            <a:avLst/>
          </a:prstGeom>
        </p:spPr>
      </p:pic>
      <p:pic>
        <p:nvPicPr>
          <p:cNvPr id="22" name="Immagine 21" descr="Immagine che contiene orologio, cerchio, diagramma&#10;&#10;Il contenuto generato dall'IA potrebbe non essere corretto.">
            <a:extLst>
              <a:ext uri="{FF2B5EF4-FFF2-40B4-BE49-F238E27FC236}">
                <a16:creationId xmlns:a16="http://schemas.microsoft.com/office/drawing/2014/main" id="{BF0A501E-4306-0A25-6D13-DC64F6F8682D}"/>
              </a:ext>
            </a:extLst>
          </p:cNvPr>
          <p:cNvPicPr>
            <a:picLocks/>
          </p:cNvPicPr>
          <p:nvPr/>
        </p:nvPicPr>
        <p:blipFill>
          <a:blip r:embed="rId6"/>
          <a:stretch>
            <a:fillRect/>
          </a:stretch>
        </p:blipFill>
        <p:spPr>
          <a:xfrm>
            <a:off x="3132495" y="1891808"/>
            <a:ext cx="2760614" cy="2319120"/>
          </a:xfrm>
          <a:prstGeom prst="rect">
            <a:avLst/>
          </a:prstGeom>
        </p:spPr>
      </p:pic>
    </p:spTree>
    <p:extLst>
      <p:ext uri="{BB962C8B-B14F-4D97-AF65-F5344CB8AC3E}">
        <p14:creationId xmlns:p14="http://schemas.microsoft.com/office/powerpoint/2010/main" val="10768597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EE7872-DBC0-932B-A4E7-AE659BC4CBE9}"/>
            </a:ext>
          </a:extLst>
        </p:cNvPr>
        <p:cNvGrpSpPr/>
        <p:nvPr/>
      </p:nvGrpSpPr>
      <p:grpSpPr>
        <a:xfrm>
          <a:off x="0" y="0"/>
          <a:ext cx="0" cy="0"/>
          <a:chOff x="0" y="0"/>
          <a:chExt cx="0" cy="0"/>
        </a:xfrm>
      </p:grpSpPr>
      <p:pic>
        <p:nvPicPr>
          <p:cNvPr id="2" name="Immagine 1">
            <a:extLst>
              <a:ext uri="{FF2B5EF4-FFF2-40B4-BE49-F238E27FC236}">
                <a16:creationId xmlns:a16="http://schemas.microsoft.com/office/drawing/2014/main" id="{635B7321-384F-E80A-F6C0-C02179282C3E}"/>
              </a:ext>
            </a:extLst>
          </p:cNvPr>
          <p:cNvPicPr>
            <a:picLocks noChangeAspect="1"/>
          </p:cNvPicPr>
          <p:nvPr/>
        </p:nvPicPr>
        <p:blipFill>
          <a:blip r:embed="rId3"/>
          <a:stretch>
            <a:fillRect/>
          </a:stretch>
        </p:blipFill>
        <p:spPr>
          <a:xfrm>
            <a:off x="0" y="336125"/>
            <a:ext cx="9180512" cy="6872633"/>
          </a:xfrm>
          <a:prstGeom prst="rect">
            <a:avLst/>
          </a:prstGeom>
        </p:spPr>
      </p:pic>
      <p:sp>
        <p:nvSpPr>
          <p:cNvPr id="7" name="CasellaDiTesto 6">
            <a:extLst>
              <a:ext uri="{FF2B5EF4-FFF2-40B4-BE49-F238E27FC236}">
                <a16:creationId xmlns:a16="http://schemas.microsoft.com/office/drawing/2014/main" id="{147FDBE4-6B83-A247-4CFF-2CD93A024EE4}"/>
              </a:ext>
            </a:extLst>
          </p:cNvPr>
          <p:cNvSpPr txBox="1"/>
          <p:nvPr/>
        </p:nvSpPr>
        <p:spPr>
          <a:xfrm>
            <a:off x="648253" y="1305402"/>
            <a:ext cx="4663050" cy="461665"/>
          </a:xfrm>
          <a:prstGeom prst="rect">
            <a:avLst/>
          </a:prstGeom>
          <a:noFill/>
        </p:spPr>
        <p:txBody>
          <a:bodyPr wrap="square" rtlCol="0">
            <a:spAutoFit/>
          </a:bodyPr>
          <a:lstStyle/>
          <a:p>
            <a:r>
              <a:rPr lang="en-US" sz="2400" b="1" noProof="0" dirty="0">
                <a:solidFill>
                  <a:schemeClr val="accent1">
                    <a:lumMod val="75000"/>
                  </a:schemeClr>
                </a:solidFill>
                <a:latin typeface="Arial"/>
                <a:cs typeface="Arial"/>
              </a:rPr>
              <a:t>Screen Margin</a:t>
            </a:r>
          </a:p>
        </p:txBody>
      </p:sp>
      <p:sp>
        <p:nvSpPr>
          <p:cNvPr id="8" name="CasellaDiTesto 7">
            <a:extLst>
              <a:ext uri="{FF2B5EF4-FFF2-40B4-BE49-F238E27FC236}">
                <a16:creationId xmlns:a16="http://schemas.microsoft.com/office/drawing/2014/main" id="{ED9FFBA7-49B1-5F5D-68CE-38A909D0399A}"/>
              </a:ext>
            </a:extLst>
          </p:cNvPr>
          <p:cNvSpPr txBox="1"/>
          <p:nvPr/>
        </p:nvSpPr>
        <p:spPr>
          <a:xfrm>
            <a:off x="648253" y="1705113"/>
            <a:ext cx="3839513" cy="369332"/>
          </a:xfrm>
          <a:prstGeom prst="rect">
            <a:avLst/>
          </a:prstGeom>
          <a:noFill/>
        </p:spPr>
        <p:txBody>
          <a:bodyPr wrap="none" rtlCol="0">
            <a:spAutoFit/>
          </a:bodyPr>
          <a:lstStyle/>
          <a:p>
            <a:r>
              <a:rPr lang="en-US" noProof="0" dirty="0">
                <a:latin typeface="Arial"/>
                <a:cs typeface="Arial"/>
              </a:rPr>
              <a:t>Limit the range of </a:t>
            </a:r>
            <a:r>
              <a:rPr lang="en-US" noProof="0" dirty="0" err="1">
                <a:latin typeface="Arial"/>
                <a:cs typeface="Arial"/>
              </a:rPr>
              <a:t>boids</a:t>
            </a:r>
            <a:r>
              <a:rPr lang="en-US" noProof="0" dirty="0">
                <a:latin typeface="Arial"/>
                <a:cs typeface="Arial"/>
              </a:rPr>
              <a:t> movements</a:t>
            </a:r>
          </a:p>
        </p:txBody>
      </p:sp>
      <p:sp>
        <p:nvSpPr>
          <p:cNvPr id="9" name="CasellaDiTesto 8">
            <a:extLst>
              <a:ext uri="{FF2B5EF4-FFF2-40B4-BE49-F238E27FC236}">
                <a16:creationId xmlns:a16="http://schemas.microsoft.com/office/drawing/2014/main" id="{BAFDE9F1-24B1-00D7-698E-CEBEC42709E4}"/>
              </a:ext>
            </a:extLst>
          </p:cNvPr>
          <p:cNvSpPr txBox="1"/>
          <p:nvPr/>
        </p:nvSpPr>
        <p:spPr>
          <a:xfrm>
            <a:off x="658886" y="2650078"/>
            <a:ext cx="7819027" cy="738664"/>
          </a:xfrm>
          <a:prstGeom prst="rect">
            <a:avLst/>
          </a:prstGeom>
          <a:noFill/>
        </p:spPr>
        <p:txBody>
          <a:bodyPr wrap="square" rtlCol="0">
            <a:spAutoFit/>
          </a:bodyPr>
          <a:lstStyle/>
          <a:p>
            <a:pPr algn="just"/>
            <a:r>
              <a:rPr lang="en-US" sz="1400" noProof="0" dirty="0"/>
              <a:t>Another rules applied is the possible borders that the </a:t>
            </a:r>
            <a:r>
              <a:rPr lang="en-US" sz="1400" noProof="0" dirty="0" err="1"/>
              <a:t>boids</a:t>
            </a:r>
            <a:r>
              <a:rPr lang="en-US" sz="1400" noProof="0" dirty="0"/>
              <a:t> will tend to respect when moving.</a:t>
            </a:r>
          </a:p>
          <a:p>
            <a:pPr algn="just"/>
            <a:r>
              <a:rPr lang="en-US" sz="1400" noProof="0" dirty="0"/>
              <a:t>The implementation is applied by setting up a display size and a margin height and width that, when a </a:t>
            </a:r>
            <a:r>
              <a:rPr lang="en-US" sz="1400" noProof="0" dirty="0" err="1"/>
              <a:t>boid</a:t>
            </a:r>
            <a:r>
              <a:rPr lang="en-US" sz="1400" noProof="0" dirty="0"/>
              <a:t> cross that, the velocity and position will be modified for go back inside</a:t>
            </a:r>
          </a:p>
        </p:txBody>
      </p:sp>
      <p:sp>
        <p:nvSpPr>
          <p:cNvPr id="12" name="Rettangolo 11">
            <a:extLst>
              <a:ext uri="{FF2B5EF4-FFF2-40B4-BE49-F238E27FC236}">
                <a16:creationId xmlns:a16="http://schemas.microsoft.com/office/drawing/2014/main" id="{CE34B379-EB65-03D1-32E9-8EB3C3495242}"/>
              </a:ext>
            </a:extLst>
          </p:cNvPr>
          <p:cNvSpPr/>
          <p:nvPr/>
        </p:nvSpPr>
        <p:spPr>
          <a:xfrm>
            <a:off x="8255000" y="6366466"/>
            <a:ext cx="280763" cy="501650"/>
          </a:xfrm>
          <a:prstGeom prst="rect">
            <a:avLst/>
          </a:prstGeom>
          <a:solidFill>
            <a:srgbClr val="003053"/>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solidFill>
                <a:srgbClr val="003257"/>
              </a:solidFill>
            </a:endParaRPr>
          </a:p>
        </p:txBody>
      </p:sp>
      <p:sp>
        <p:nvSpPr>
          <p:cNvPr id="11" name="Segnaposto numero diapositiva 10">
            <a:extLst>
              <a:ext uri="{FF2B5EF4-FFF2-40B4-BE49-F238E27FC236}">
                <a16:creationId xmlns:a16="http://schemas.microsoft.com/office/drawing/2014/main" id="{BB80967A-6162-AB72-5D95-1F09323132F5}"/>
              </a:ext>
            </a:extLst>
          </p:cNvPr>
          <p:cNvSpPr>
            <a:spLocks noGrp="1"/>
          </p:cNvSpPr>
          <p:nvPr>
            <p:ph type="sldNum" sz="quarter" idx="12"/>
          </p:nvPr>
        </p:nvSpPr>
        <p:spPr>
          <a:xfrm>
            <a:off x="6402163" y="6356350"/>
            <a:ext cx="2133600" cy="365125"/>
          </a:xfrm>
        </p:spPr>
        <p:txBody>
          <a:bodyPr/>
          <a:lstStyle/>
          <a:p>
            <a:fld id="{8EB8520A-26EA-DE4B-B141-4532FC98FF0E}" type="slidenum">
              <a:rPr lang="en-US" b="1" noProof="0" smtClean="0">
                <a:solidFill>
                  <a:schemeClr val="bg1"/>
                </a:solidFill>
                <a:latin typeface="Arial"/>
                <a:cs typeface="Arial"/>
              </a:rPr>
              <a:pPr/>
              <a:t>5</a:t>
            </a:fld>
            <a:endParaRPr lang="en-US" b="1" noProof="0" dirty="0">
              <a:solidFill>
                <a:schemeClr val="bg1"/>
              </a:solidFill>
              <a:latin typeface="Arial"/>
              <a:cs typeface="Arial"/>
            </a:endParaRPr>
          </a:p>
        </p:txBody>
      </p:sp>
      <p:sp>
        <p:nvSpPr>
          <p:cNvPr id="14" name="CasellaDiTesto 13">
            <a:extLst>
              <a:ext uri="{FF2B5EF4-FFF2-40B4-BE49-F238E27FC236}">
                <a16:creationId xmlns:a16="http://schemas.microsoft.com/office/drawing/2014/main" id="{461E9B0F-CA93-A879-45BB-4F0865468FDF}"/>
              </a:ext>
            </a:extLst>
          </p:cNvPr>
          <p:cNvSpPr txBox="1"/>
          <p:nvPr/>
        </p:nvSpPr>
        <p:spPr>
          <a:xfrm>
            <a:off x="7082015" y="403482"/>
            <a:ext cx="184731" cy="369332"/>
          </a:xfrm>
          <a:prstGeom prst="rect">
            <a:avLst/>
          </a:prstGeom>
          <a:noFill/>
        </p:spPr>
        <p:txBody>
          <a:bodyPr wrap="none" rtlCol="0">
            <a:spAutoFit/>
          </a:bodyPr>
          <a:lstStyle/>
          <a:p>
            <a:endParaRPr lang="en-US" noProof="0" dirty="0"/>
          </a:p>
        </p:txBody>
      </p:sp>
      <p:pic>
        <p:nvPicPr>
          <p:cNvPr id="4" name="Immagine 3" descr="Immagine che contiene schermata, linea, Rettangolo, testo&#10;&#10;Il contenuto generato dall'IA potrebbe non essere corretto.">
            <a:extLst>
              <a:ext uri="{FF2B5EF4-FFF2-40B4-BE49-F238E27FC236}">
                <a16:creationId xmlns:a16="http://schemas.microsoft.com/office/drawing/2014/main" id="{7CF4BE70-652B-6EFD-4C3A-1B4F97249604}"/>
              </a:ext>
            </a:extLst>
          </p:cNvPr>
          <p:cNvPicPr>
            <a:picLocks noChangeAspect="1"/>
          </p:cNvPicPr>
          <p:nvPr/>
        </p:nvPicPr>
        <p:blipFill>
          <a:blip r:embed="rId4"/>
          <a:stretch>
            <a:fillRect/>
          </a:stretch>
        </p:blipFill>
        <p:spPr>
          <a:xfrm>
            <a:off x="2240887" y="3469259"/>
            <a:ext cx="4698737" cy="3052616"/>
          </a:xfrm>
          <a:prstGeom prst="rect">
            <a:avLst/>
          </a:prstGeom>
        </p:spPr>
      </p:pic>
    </p:spTree>
    <p:extLst>
      <p:ext uri="{BB962C8B-B14F-4D97-AF65-F5344CB8AC3E}">
        <p14:creationId xmlns:p14="http://schemas.microsoft.com/office/powerpoint/2010/main" val="24748287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0B29FC-E02D-9378-E7D0-42065538D066}"/>
            </a:ext>
          </a:extLst>
        </p:cNvPr>
        <p:cNvGrpSpPr/>
        <p:nvPr/>
      </p:nvGrpSpPr>
      <p:grpSpPr>
        <a:xfrm>
          <a:off x="0" y="0"/>
          <a:ext cx="0" cy="0"/>
          <a:chOff x="0" y="0"/>
          <a:chExt cx="0" cy="0"/>
        </a:xfrm>
      </p:grpSpPr>
      <p:pic>
        <p:nvPicPr>
          <p:cNvPr id="2" name="Immagine 1">
            <a:extLst>
              <a:ext uri="{FF2B5EF4-FFF2-40B4-BE49-F238E27FC236}">
                <a16:creationId xmlns:a16="http://schemas.microsoft.com/office/drawing/2014/main" id="{1796DCD6-4F0E-1B02-906E-66B5E9C4967D}"/>
              </a:ext>
            </a:extLst>
          </p:cNvPr>
          <p:cNvPicPr>
            <a:picLocks noChangeAspect="1"/>
          </p:cNvPicPr>
          <p:nvPr/>
        </p:nvPicPr>
        <p:blipFill>
          <a:blip r:embed="rId3"/>
          <a:stretch>
            <a:fillRect/>
          </a:stretch>
        </p:blipFill>
        <p:spPr>
          <a:xfrm>
            <a:off x="0" y="336125"/>
            <a:ext cx="9180512" cy="6872633"/>
          </a:xfrm>
          <a:prstGeom prst="rect">
            <a:avLst/>
          </a:prstGeom>
        </p:spPr>
      </p:pic>
      <p:sp>
        <p:nvSpPr>
          <p:cNvPr id="7" name="CasellaDiTesto 6">
            <a:extLst>
              <a:ext uri="{FF2B5EF4-FFF2-40B4-BE49-F238E27FC236}">
                <a16:creationId xmlns:a16="http://schemas.microsoft.com/office/drawing/2014/main" id="{475E1E1C-D9E6-3344-99F8-F2C8EC436C11}"/>
              </a:ext>
            </a:extLst>
          </p:cNvPr>
          <p:cNvSpPr txBox="1"/>
          <p:nvPr/>
        </p:nvSpPr>
        <p:spPr>
          <a:xfrm>
            <a:off x="648253" y="1305402"/>
            <a:ext cx="4663050" cy="461665"/>
          </a:xfrm>
          <a:prstGeom prst="rect">
            <a:avLst/>
          </a:prstGeom>
          <a:noFill/>
        </p:spPr>
        <p:txBody>
          <a:bodyPr wrap="square" rtlCol="0">
            <a:spAutoFit/>
          </a:bodyPr>
          <a:lstStyle/>
          <a:p>
            <a:r>
              <a:rPr lang="en-US" sz="2400" b="1" noProof="0" dirty="0" err="1">
                <a:solidFill>
                  <a:schemeClr val="accent1">
                    <a:lumMod val="75000"/>
                  </a:schemeClr>
                </a:solidFill>
                <a:latin typeface="Arial"/>
                <a:cs typeface="Arial"/>
              </a:rPr>
              <a:t>AoS</a:t>
            </a:r>
            <a:r>
              <a:rPr lang="en-US" sz="2400" b="1" noProof="0" dirty="0">
                <a:solidFill>
                  <a:schemeClr val="accent1">
                    <a:lumMod val="75000"/>
                  </a:schemeClr>
                </a:solidFill>
                <a:latin typeface="Arial"/>
                <a:cs typeface="Arial"/>
              </a:rPr>
              <a:t> vs </a:t>
            </a:r>
            <a:r>
              <a:rPr lang="en-US" sz="2400" b="1" noProof="0" dirty="0" err="1">
                <a:solidFill>
                  <a:schemeClr val="accent1">
                    <a:lumMod val="75000"/>
                  </a:schemeClr>
                </a:solidFill>
                <a:latin typeface="Arial"/>
                <a:cs typeface="Arial"/>
              </a:rPr>
              <a:t>SoA</a:t>
            </a:r>
            <a:endParaRPr lang="en-US" sz="2400" b="1" noProof="0" dirty="0">
              <a:solidFill>
                <a:schemeClr val="accent1">
                  <a:lumMod val="75000"/>
                </a:schemeClr>
              </a:solidFill>
              <a:latin typeface="Arial"/>
              <a:cs typeface="Arial"/>
            </a:endParaRPr>
          </a:p>
        </p:txBody>
      </p:sp>
      <p:sp>
        <p:nvSpPr>
          <p:cNvPr id="9" name="CasellaDiTesto 8">
            <a:extLst>
              <a:ext uri="{FF2B5EF4-FFF2-40B4-BE49-F238E27FC236}">
                <a16:creationId xmlns:a16="http://schemas.microsoft.com/office/drawing/2014/main" id="{A4B33FAC-05A4-730A-AA3F-50C5BC0ABFAF}"/>
              </a:ext>
            </a:extLst>
          </p:cNvPr>
          <p:cNvSpPr txBox="1"/>
          <p:nvPr/>
        </p:nvSpPr>
        <p:spPr>
          <a:xfrm>
            <a:off x="662486" y="1948755"/>
            <a:ext cx="7819027" cy="1169551"/>
          </a:xfrm>
          <a:prstGeom prst="rect">
            <a:avLst/>
          </a:prstGeom>
          <a:noFill/>
        </p:spPr>
        <p:txBody>
          <a:bodyPr wrap="square" rtlCol="0">
            <a:spAutoFit/>
          </a:bodyPr>
          <a:lstStyle/>
          <a:p>
            <a:pPr algn="just"/>
            <a:r>
              <a:rPr lang="en-US" sz="1400" noProof="0" dirty="0"/>
              <a:t>The main objective of this project work was to confront the two main memory structure mostly used:</a:t>
            </a:r>
          </a:p>
          <a:p>
            <a:pPr algn="just"/>
            <a:r>
              <a:rPr lang="en-US" sz="1400" dirty="0"/>
              <a:t>Array of Structure and Structure of Array.</a:t>
            </a:r>
          </a:p>
          <a:p>
            <a:pPr algn="just"/>
            <a:r>
              <a:rPr lang="en-US" sz="1400" dirty="0"/>
              <a:t>In the first case every element in the array ( the array of all </a:t>
            </a:r>
            <a:r>
              <a:rPr lang="en-US" sz="1400" dirty="0" err="1"/>
              <a:t>boids</a:t>
            </a:r>
            <a:r>
              <a:rPr lang="en-US" sz="1400" dirty="0"/>
              <a:t> ) is a full object containing all its fields.</a:t>
            </a:r>
          </a:p>
          <a:p>
            <a:pPr algn="just"/>
            <a:r>
              <a:rPr lang="en-US" sz="1400" dirty="0"/>
              <a:t>In the other case the structure contains several array of fields. This is optimal when running the same operation on one specific field.</a:t>
            </a:r>
            <a:endParaRPr lang="en-US" sz="1400" noProof="0" dirty="0"/>
          </a:p>
        </p:txBody>
      </p:sp>
      <p:sp>
        <p:nvSpPr>
          <p:cNvPr id="12" name="Rettangolo 11">
            <a:extLst>
              <a:ext uri="{FF2B5EF4-FFF2-40B4-BE49-F238E27FC236}">
                <a16:creationId xmlns:a16="http://schemas.microsoft.com/office/drawing/2014/main" id="{9A6FF284-F606-180E-B0A9-A5D6C77DAAED}"/>
              </a:ext>
            </a:extLst>
          </p:cNvPr>
          <p:cNvSpPr/>
          <p:nvPr/>
        </p:nvSpPr>
        <p:spPr>
          <a:xfrm>
            <a:off x="8255000" y="6366466"/>
            <a:ext cx="280763" cy="501650"/>
          </a:xfrm>
          <a:prstGeom prst="rect">
            <a:avLst/>
          </a:prstGeom>
          <a:solidFill>
            <a:srgbClr val="003053"/>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solidFill>
                <a:srgbClr val="003257"/>
              </a:solidFill>
            </a:endParaRPr>
          </a:p>
        </p:txBody>
      </p:sp>
      <p:sp>
        <p:nvSpPr>
          <p:cNvPr id="11" name="Segnaposto numero diapositiva 10">
            <a:extLst>
              <a:ext uri="{FF2B5EF4-FFF2-40B4-BE49-F238E27FC236}">
                <a16:creationId xmlns:a16="http://schemas.microsoft.com/office/drawing/2014/main" id="{4EADE864-CE9C-105A-F2C1-5CD44D46DA16}"/>
              </a:ext>
            </a:extLst>
          </p:cNvPr>
          <p:cNvSpPr>
            <a:spLocks noGrp="1"/>
          </p:cNvSpPr>
          <p:nvPr>
            <p:ph type="sldNum" sz="quarter" idx="12"/>
          </p:nvPr>
        </p:nvSpPr>
        <p:spPr>
          <a:xfrm>
            <a:off x="6402163" y="6356350"/>
            <a:ext cx="2133600" cy="365125"/>
          </a:xfrm>
        </p:spPr>
        <p:txBody>
          <a:bodyPr/>
          <a:lstStyle/>
          <a:p>
            <a:fld id="{8EB8520A-26EA-DE4B-B141-4532FC98FF0E}" type="slidenum">
              <a:rPr lang="en-US" b="1" noProof="0" smtClean="0">
                <a:solidFill>
                  <a:schemeClr val="bg1"/>
                </a:solidFill>
                <a:latin typeface="Arial"/>
                <a:cs typeface="Arial"/>
              </a:rPr>
              <a:pPr/>
              <a:t>6</a:t>
            </a:fld>
            <a:endParaRPr lang="en-US" b="1" noProof="0" dirty="0">
              <a:solidFill>
                <a:schemeClr val="bg1"/>
              </a:solidFill>
              <a:latin typeface="Arial"/>
              <a:cs typeface="Arial"/>
            </a:endParaRPr>
          </a:p>
        </p:txBody>
      </p:sp>
      <p:sp>
        <p:nvSpPr>
          <p:cNvPr id="14" name="CasellaDiTesto 13">
            <a:extLst>
              <a:ext uri="{FF2B5EF4-FFF2-40B4-BE49-F238E27FC236}">
                <a16:creationId xmlns:a16="http://schemas.microsoft.com/office/drawing/2014/main" id="{9F668733-A514-8A66-9787-EBB6B522D704}"/>
              </a:ext>
            </a:extLst>
          </p:cNvPr>
          <p:cNvSpPr txBox="1"/>
          <p:nvPr/>
        </p:nvSpPr>
        <p:spPr>
          <a:xfrm>
            <a:off x="7082015" y="403482"/>
            <a:ext cx="184731" cy="369332"/>
          </a:xfrm>
          <a:prstGeom prst="rect">
            <a:avLst/>
          </a:prstGeom>
          <a:noFill/>
        </p:spPr>
        <p:txBody>
          <a:bodyPr wrap="none" rtlCol="0">
            <a:spAutoFit/>
          </a:bodyPr>
          <a:lstStyle/>
          <a:p>
            <a:endParaRPr lang="en-US" noProof="0" dirty="0"/>
          </a:p>
        </p:txBody>
      </p:sp>
      <p:pic>
        <p:nvPicPr>
          <p:cNvPr id="5" name="Immagine 4" descr="Immagine che contiene testo, schermata, Carattere, numero&#10;&#10;Il contenuto generato dall'IA potrebbe non essere corretto.">
            <a:extLst>
              <a:ext uri="{FF2B5EF4-FFF2-40B4-BE49-F238E27FC236}">
                <a16:creationId xmlns:a16="http://schemas.microsoft.com/office/drawing/2014/main" id="{87B62918-E8D4-A0C6-90E0-BEC6259E2B0E}"/>
              </a:ext>
            </a:extLst>
          </p:cNvPr>
          <p:cNvPicPr>
            <a:picLocks noChangeAspect="1"/>
          </p:cNvPicPr>
          <p:nvPr/>
        </p:nvPicPr>
        <p:blipFill>
          <a:blip r:embed="rId4"/>
          <a:stretch>
            <a:fillRect/>
          </a:stretch>
        </p:blipFill>
        <p:spPr>
          <a:xfrm>
            <a:off x="1869246" y="4279067"/>
            <a:ext cx="5397500" cy="1790700"/>
          </a:xfrm>
          <a:prstGeom prst="rect">
            <a:avLst/>
          </a:prstGeom>
        </p:spPr>
      </p:pic>
    </p:spTree>
    <p:extLst>
      <p:ext uri="{BB962C8B-B14F-4D97-AF65-F5344CB8AC3E}">
        <p14:creationId xmlns:p14="http://schemas.microsoft.com/office/powerpoint/2010/main" val="26753651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15C232-CD2C-AC75-AA1F-5D6E1B28727D}"/>
            </a:ext>
          </a:extLst>
        </p:cNvPr>
        <p:cNvGrpSpPr/>
        <p:nvPr/>
      </p:nvGrpSpPr>
      <p:grpSpPr>
        <a:xfrm>
          <a:off x="0" y="0"/>
          <a:ext cx="0" cy="0"/>
          <a:chOff x="0" y="0"/>
          <a:chExt cx="0" cy="0"/>
        </a:xfrm>
      </p:grpSpPr>
      <p:pic>
        <p:nvPicPr>
          <p:cNvPr id="2" name="Immagine 1">
            <a:extLst>
              <a:ext uri="{FF2B5EF4-FFF2-40B4-BE49-F238E27FC236}">
                <a16:creationId xmlns:a16="http://schemas.microsoft.com/office/drawing/2014/main" id="{F98067EF-6209-65C6-8480-25B3B77BE167}"/>
              </a:ext>
            </a:extLst>
          </p:cNvPr>
          <p:cNvPicPr>
            <a:picLocks noChangeAspect="1"/>
          </p:cNvPicPr>
          <p:nvPr/>
        </p:nvPicPr>
        <p:blipFill>
          <a:blip r:embed="rId3"/>
          <a:stretch>
            <a:fillRect/>
          </a:stretch>
        </p:blipFill>
        <p:spPr>
          <a:xfrm>
            <a:off x="0" y="-14633"/>
            <a:ext cx="9180512" cy="6872633"/>
          </a:xfrm>
          <a:prstGeom prst="rect">
            <a:avLst/>
          </a:prstGeom>
        </p:spPr>
      </p:pic>
      <p:sp>
        <p:nvSpPr>
          <p:cNvPr id="7" name="CasellaDiTesto 6">
            <a:extLst>
              <a:ext uri="{FF2B5EF4-FFF2-40B4-BE49-F238E27FC236}">
                <a16:creationId xmlns:a16="http://schemas.microsoft.com/office/drawing/2014/main" id="{06F97BB4-4F60-71B2-E2A3-6EB27543B7CC}"/>
              </a:ext>
            </a:extLst>
          </p:cNvPr>
          <p:cNvSpPr txBox="1"/>
          <p:nvPr/>
        </p:nvSpPr>
        <p:spPr>
          <a:xfrm>
            <a:off x="648253" y="1058782"/>
            <a:ext cx="4663050" cy="830997"/>
          </a:xfrm>
          <a:prstGeom prst="rect">
            <a:avLst/>
          </a:prstGeom>
          <a:noFill/>
        </p:spPr>
        <p:txBody>
          <a:bodyPr wrap="square" rtlCol="0">
            <a:spAutoFit/>
          </a:bodyPr>
          <a:lstStyle/>
          <a:p>
            <a:r>
              <a:rPr lang="en-US" sz="2400" b="1" noProof="0" dirty="0">
                <a:solidFill>
                  <a:schemeClr val="accent1">
                    <a:lumMod val="75000"/>
                  </a:schemeClr>
                </a:solidFill>
                <a:latin typeface="Arial"/>
                <a:cs typeface="Arial"/>
              </a:rPr>
              <a:t>Experimental factors and result</a:t>
            </a:r>
          </a:p>
        </p:txBody>
      </p:sp>
      <p:sp>
        <p:nvSpPr>
          <p:cNvPr id="9" name="CasellaDiTesto 8">
            <a:extLst>
              <a:ext uri="{FF2B5EF4-FFF2-40B4-BE49-F238E27FC236}">
                <a16:creationId xmlns:a16="http://schemas.microsoft.com/office/drawing/2014/main" id="{D98EC39F-7703-5A7A-90DD-64D023E6C081}"/>
              </a:ext>
            </a:extLst>
          </p:cNvPr>
          <p:cNvSpPr txBox="1"/>
          <p:nvPr/>
        </p:nvSpPr>
        <p:spPr>
          <a:xfrm>
            <a:off x="648253" y="1947922"/>
            <a:ext cx="7819027" cy="2246769"/>
          </a:xfrm>
          <a:prstGeom prst="rect">
            <a:avLst/>
          </a:prstGeom>
          <a:noFill/>
        </p:spPr>
        <p:txBody>
          <a:bodyPr wrap="square" rtlCol="0">
            <a:spAutoFit/>
          </a:bodyPr>
          <a:lstStyle/>
          <a:p>
            <a:pPr algn="just"/>
            <a:r>
              <a:rPr lang="en-US" sz="1400" noProof="0" dirty="0"/>
              <a:t>Before started the measurement, several </a:t>
            </a:r>
            <a:r>
              <a:rPr lang="en-US" sz="1400" noProof="0" dirty="0" err="1"/>
              <a:t>boids</a:t>
            </a:r>
            <a:r>
              <a:rPr lang="en-US" sz="1400" noProof="0" dirty="0"/>
              <a:t> characteristic were fixed set. These are:</a:t>
            </a:r>
          </a:p>
          <a:p>
            <a:pPr marL="285750" indent="-285750" algn="just">
              <a:buFont typeface="Arial" panose="020B0604020202020204" pitchFamily="34" charset="0"/>
              <a:buChar char="•"/>
            </a:pPr>
            <a:r>
              <a:rPr lang="en-US" sz="1400" noProof="0" dirty="0"/>
              <a:t>Turn factor</a:t>
            </a:r>
          </a:p>
          <a:p>
            <a:pPr marL="285750" indent="-285750" algn="just">
              <a:buFont typeface="Arial" panose="020B0604020202020204" pitchFamily="34" charset="0"/>
              <a:buChar char="•"/>
            </a:pPr>
            <a:r>
              <a:rPr lang="en-US" sz="1400" noProof="0" dirty="0"/>
              <a:t>Visual Range</a:t>
            </a:r>
          </a:p>
          <a:p>
            <a:pPr marL="285750" indent="-285750" algn="just">
              <a:buFont typeface="Arial" panose="020B0604020202020204" pitchFamily="34" charset="0"/>
              <a:buChar char="•"/>
            </a:pPr>
            <a:r>
              <a:rPr lang="en-US" sz="1400" noProof="0" dirty="0"/>
              <a:t>Protected Range</a:t>
            </a:r>
          </a:p>
          <a:p>
            <a:pPr marL="285750" indent="-285750" algn="just">
              <a:buFont typeface="Arial" panose="020B0604020202020204" pitchFamily="34" charset="0"/>
              <a:buChar char="•"/>
            </a:pPr>
            <a:r>
              <a:rPr lang="en-US" sz="1400" noProof="0" dirty="0"/>
              <a:t>Avoids Factor</a:t>
            </a:r>
          </a:p>
          <a:p>
            <a:pPr marL="285750" indent="-285750" algn="just">
              <a:buFont typeface="Arial" panose="020B0604020202020204" pitchFamily="34" charset="0"/>
              <a:buChar char="•"/>
            </a:pPr>
            <a:r>
              <a:rPr lang="en-US" sz="1400" noProof="0" dirty="0"/>
              <a:t>Centering Factor</a:t>
            </a:r>
            <a:endParaRPr lang="en-US" noProof="0" dirty="0"/>
          </a:p>
          <a:p>
            <a:pPr marL="285750" indent="-285750" algn="just">
              <a:buFont typeface="Arial" panose="020B0604020202020204" pitchFamily="34" charset="0"/>
              <a:buChar char="•"/>
            </a:pPr>
            <a:r>
              <a:rPr lang="en-US" sz="1400" noProof="0" dirty="0"/>
              <a:t>Matching Factor</a:t>
            </a:r>
          </a:p>
          <a:p>
            <a:pPr algn="just"/>
            <a:r>
              <a:rPr lang="en-US" sz="1400" noProof="0" dirty="0"/>
              <a:t>Furthermore, every </a:t>
            </a:r>
            <a:r>
              <a:rPr lang="en-US" sz="1400" noProof="0" dirty="0" err="1"/>
              <a:t>boids</a:t>
            </a:r>
            <a:r>
              <a:rPr lang="en-US" sz="1400" noProof="0" dirty="0"/>
              <a:t> has a minimum and max speed that it could have during the entire run.</a:t>
            </a:r>
          </a:p>
          <a:p>
            <a:pPr algn="just"/>
            <a:r>
              <a:rPr lang="en-US" sz="1400" noProof="0" dirty="0"/>
              <a:t>We started the analysis with a small number of </a:t>
            </a:r>
            <a:r>
              <a:rPr lang="en-US" sz="1400" noProof="0" dirty="0" err="1"/>
              <a:t>boids</a:t>
            </a:r>
            <a:r>
              <a:rPr lang="en-US" sz="1400" noProof="0" dirty="0"/>
              <a:t> (1000 elements) with the same number of steps, and we gradually incremented the first one to see how the different data structures perform.</a:t>
            </a:r>
          </a:p>
        </p:txBody>
      </p:sp>
      <p:sp>
        <p:nvSpPr>
          <p:cNvPr id="12" name="Rettangolo 11">
            <a:extLst>
              <a:ext uri="{FF2B5EF4-FFF2-40B4-BE49-F238E27FC236}">
                <a16:creationId xmlns:a16="http://schemas.microsoft.com/office/drawing/2014/main" id="{37F7A885-ABC0-CF40-5BBC-8D9B11ACE524}"/>
              </a:ext>
            </a:extLst>
          </p:cNvPr>
          <p:cNvSpPr/>
          <p:nvPr/>
        </p:nvSpPr>
        <p:spPr>
          <a:xfrm>
            <a:off x="8255000" y="6366466"/>
            <a:ext cx="280763" cy="501650"/>
          </a:xfrm>
          <a:prstGeom prst="rect">
            <a:avLst/>
          </a:prstGeom>
          <a:solidFill>
            <a:srgbClr val="003053"/>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solidFill>
                <a:srgbClr val="003257"/>
              </a:solidFill>
            </a:endParaRPr>
          </a:p>
        </p:txBody>
      </p:sp>
      <p:sp>
        <p:nvSpPr>
          <p:cNvPr id="11" name="Segnaposto numero diapositiva 10">
            <a:extLst>
              <a:ext uri="{FF2B5EF4-FFF2-40B4-BE49-F238E27FC236}">
                <a16:creationId xmlns:a16="http://schemas.microsoft.com/office/drawing/2014/main" id="{0A9BE0FE-EEE6-410B-4B87-CD450B2E24F4}"/>
              </a:ext>
            </a:extLst>
          </p:cNvPr>
          <p:cNvSpPr>
            <a:spLocks noGrp="1"/>
          </p:cNvSpPr>
          <p:nvPr>
            <p:ph type="sldNum" sz="quarter" idx="12"/>
          </p:nvPr>
        </p:nvSpPr>
        <p:spPr>
          <a:xfrm>
            <a:off x="6402163" y="6356350"/>
            <a:ext cx="2133600" cy="365125"/>
          </a:xfrm>
        </p:spPr>
        <p:txBody>
          <a:bodyPr/>
          <a:lstStyle/>
          <a:p>
            <a:fld id="{8EB8520A-26EA-DE4B-B141-4532FC98FF0E}" type="slidenum">
              <a:rPr lang="en-US" b="1" noProof="0" smtClean="0">
                <a:solidFill>
                  <a:schemeClr val="bg1"/>
                </a:solidFill>
                <a:latin typeface="Arial"/>
                <a:cs typeface="Arial"/>
              </a:rPr>
              <a:pPr/>
              <a:t>7</a:t>
            </a:fld>
            <a:endParaRPr lang="en-US" b="1" noProof="0" dirty="0">
              <a:solidFill>
                <a:schemeClr val="bg1"/>
              </a:solidFill>
              <a:latin typeface="Arial"/>
              <a:cs typeface="Arial"/>
            </a:endParaRPr>
          </a:p>
        </p:txBody>
      </p:sp>
      <p:sp>
        <p:nvSpPr>
          <p:cNvPr id="10" name="CasellaDiTesto 9">
            <a:extLst>
              <a:ext uri="{FF2B5EF4-FFF2-40B4-BE49-F238E27FC236}">
                <a16:creationId xmlns:a16="http://schemas.microsoft.com/office/drawing/2014/main" id="{C5100EFF-62B5-2752-9E91-EF0A7B90C8F3}"/>
              </a:ext>
            </a:extLst>
          </p:cNvPr>
          <p:cNvSpPr txBox="1"/>
          <p:nvPr/>
        </p:nvSpPr>
        <p:spPr>
          <a:xfrm>
            <a:off x="7508873" y="51433"/>
            <a:ext cx="1184940" cy="338554"/>
          </a:xfrm>
          <a:prstGeom prst="rect">
            <a:avLst/>
          </a:prstGeom>
          <a:noFill/>
        </p:spPr>
        <p:txBody>
          <a:bodyPr wrap="none" rtlCol="0">
            <a:spAutoFit/>
          </a:bodyPr>
          <a:lstStyle/>
          <a:p>
            <a:pPr algn="r"/>
            <a:r>
              <a:rPr lang="en-US" sz="800" b="1" noProof="0" dirty="0">
                <a:solidFill>
                  <a:schemeClr val="bg1"/>
                </a:solidFill>
                <a:latin typeface="Arial"/>
                <a:cs typeface="Arial"/>
              </a:rPr>
              <a:t>Titolo </a:t>
            </a:r>
            <a:r>
              <a:rPr lang="en-US" sz="800" b="1" noProof="0" dirty="0" err="1">
                <a:solidFill>
                  <a:schemeClr val="bg1"/>
                </a:solidFill>
                <a:latin typeface="Arial"/>
                <a:cs typeface="Arial"/>
              </a:rPr>
              <a:t>presentazione</a:t>
            </a:r>
            <a:r>
              <a:rPr lang="en-US" sz="800" b="1" noProof="0" dirty="0">
                <a:solidFill>
                  <a:schemeClr val="bg1"/>
                </a:solidFill>
                <a:latin typeface="Arial"/>
                <a:cs typeface="Arial"/>
              </a:rPr>
              <a:t> </a:t>
            </a:r>
          </a:p>
          <a:p>
            <a:pPr algn="r"/>
            <a:r>
              <a:rPr lang="en-US" sz="800" b="1" noProof="0" dirty="0">
                <a:solidFill>
                  <a:schemeClr val="bg1"/>
                </a:solidFill>
                <a:latin typeface="Arial"/>
                <a:cs typeface="Arial"/>
              </a:rPr>
              <a:t>arial bold 8 pt</a:t>
            </a:r>
          </a:p>
        </p:txBody>
      </p:sp>
      <p:sp>
        <p:nvSpPr>
          <p:cNvPr id="14" name="CasellaDiTesto 13">
            <a:extLst>
              <a:ext uri="{FF2B5EF4-FFF2-40B4-BE49-F238E27FC236}">
                <a16:creationId xmlns:a16="http://schemas.microsoft.com/office/drawing/2014/main" id="{EBA5C43D-B8CC-152E-6F9C-8B92751AAF00}"/>
              </a:ext>
            </a:extLst>
          </p:cNvPr>
          <p:cNvSpPr txBox="1"/>
          <p:nvPr/>
        </p:nvSpPr>
        <p:spPr>
          <a:xfrm>
            <a:off x="7082015" y="403482"/>
            <a:ext cx="1621846" cy="492443"/>
          </a:xfrm>
          <a:prstGeom prst="rect">
            <a:avLst/>
          </a:prstGeom>
          <a:noFill/>
        </p:spPr>
        <p:txBody>
          <a:bodyPr wrap="none" rtlCol="0">
            <a:spAutoFit/>
          </a:bodyPr>
          <a:lstStyle/>
          <a:p>
            <a:pPr algn="r"/>
            <a:r>
              <a:rPr lang="en-US" sz="800" noProof="0" dirty="0" err="1">
                <a:solidFill>
                  <a:schemeClr val="bg1"/>
                </a:solidFill>
                <a:latin typeface="Arial"/>
                <a:cs typeface="Arial"/>
              </a:rPr>
              <a:t>Luogo</a:t>
            </a:r>
            <a:r>
              <a:rPr lang="en-US" sz="800" noProof="0" dirty="0">
                <a:solidFill>
                  <a:schemeClr val="bg1"/>
                </a:solidFill>
                <a:latin typeface="Arial"/>
                <a:cs typeface="Arial"/>
              </a:rPr>
              <a:t> e data arial regular 8 pt</a:t>
            </a:r>
          </a:p>
          <a:p>
            <a:endParaRPr lang="en-US" noProof="0" dirty="0"/>
          </a:p>
        </p:txBody>
      </p:sp>
      <p:graphicFrame>
        <p:nvGraphicFramePr>
          <p:cNvPr id="3" name="Tabella 2">
            <a:extLst>
              <a:ext uri="{FF2B5EF4-FFF2-40B4-BE49-F238E27FC236}">
                <a16:creationId xmlns:a16="http://schemas.microsoft.com/office/drawing/2014/main" id="{644C693D-6598-1247-C715-A3F0E5FF938D}"/>
              </a:ext>
            </a:extLst>
          </p:cNvPr>
          <p:cNvGraphicFramePr>
            <a:graphicFrameLocks noGrp="1"/>
          </p:cNvGraphicFramePr>
          <p:nvPr>
            <p:extLst>
              <p:ext uri="{D42A27DB-BD31-4B8C-83A1-F6EECF244321}">
                <p14:modId xmlns:p14="http://schemas.microsoft.com/office/powerpoint/2010/main" val="2470247612"/>
              </p:ext>
            </p:extLst>
          </p:nvPr>
        </p:nvGraphicFramePr>
        <p:xfrm>
          <a:off x="1542256" y="4315858"/>
          <a:ext cx="6096000" cy="185420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485423146"/>
                    </a:ext>
                  </a:extLst>
                </a:gridCol>
                <a:gridCol w="2032000">
                  <a:extLst>
                    <a:ext uri="{9D8B030D-6E8A-4147-A177-3AD203B41FA5}">
                      <a16:colId xmlns:a16="http://schemas.microsoft.com/office/drawing/2014/main" val="3146992008"/>
                    </a:ext>
                  </a:extLst>
                </a:gridCol>
                <a:gridCol w="2032000">
                  <a:extLst>
                    <a:ext uri="{9D8B030D-6E8A-4147-A177-3AD203B41FA5}">
                      <a16:colId xmlns:a16="http://schemas.microsoft.com/office/drawing/2014/main" val="1442156091"/>
                    </a:ext>
                  </a:extLst>
                </a:gridCol>
              </a:tblGrid>
              <a:tr h="370840">
                <a:tc>
                  <a:txBody>
                    <a:bodyPr/>
                    <a:lstStyle/>
                    <a:p>
                      <a:pPr algn="ctr"/>
                      <a:r>
                        <a:rPr lang="en-US" noProof="0" dirty="0"/>
                        <a:t>Elements Number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noProof="0" dirty="0"/>
                        <a:t>Time of </a:t>
                      </a:r>
                      <a:r>
                        <a:rPr lang="en-US" noProof="0" dirty="0" err="1"/>
                        <a:t>AoS</a:t>
                      </a:r>
                      <a:endParaRPr lang="en-US"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noProof="0" dirty="0"/>
                        <a:t>Time of </a:t>
                      </a:r>
                      <a:r>
                        <a:rPr lang="en-US" noProof="0" dirty="0" err="1"/>
                        <a:t>SoA</a:t>
                      </a:r>
                      <a:endParaRPr lang="en-US"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38345669"/>
                  </a:ext>
                </a:extLst>
              </a:tr>
              <a:tr h="370840">
                <a:tc>
                  <a:txBody>
                    <a:bodyPr/>
                    <a:lstStyle/>
                    <a:p>
                      <a:pPr algn="ctr"/>
                      <a:r>
                        <a:rPr lang="en-US" noProof="0" dirty="0"/>
                        <a:t>1000</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ctr"/>
                      <a:r>
                        <a:rPr lang="en-US" noProof="0" dirty="0"/>
                        <a:t>0.605 s</a:t>
                      </a:r>
                    </a:p>
                  </a:txBody>
                  <a:tcPr>
                    <a:lnT w="12700" cap="flat" cmpd="sng" algn="ctr">
                      <a:solidFill>
                        <a:schemeClr val="tx1"/>
                      </a:solidFill>
                      <a:prstDash val="solid"/>
                      <a:round/>
                      <a:headEnd type="none" w="med" len="med"/>
                      <a:tailEnd type="none" w="med" len="med"/>
                    </a:lnT>
                  </a:tcPr>
                </a:tc>
                <a:tc>
                  <a:txBody>
                    <a:bodyPr/>
                    <a:lstStyle/>
                    <a:p>
                      <a:pPr algn="ctr"/>
                      <a:r>
                        <a:rPr lang="en-US" noProof="0" dirty="0"/>
                        <a:t>0.444 s</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427138880"/>
                  </a:ext>
                </a:extLst>
              </a:tr>
              <a:tr h="370840">
                <a:tc>
                  <a:txBody>
                    <a:bodyPr/>
                    <a:lstStyle/>
                    <a:p>
                      <a:pPr algn="ctr"/>
                      <a:r>
                        <a:rPr lang="en-US" noProof="0" dirty="0"/>
                        <a:t>5000</a:t>
                      </a:r>
                    </a:p>
                  </a:txBody>
                  <a:tcPr>
                    <a:lnL w="12700" cap="flat" cmpd="sng" algn="ctr">
                      <a:solidFill>
                        <a:schemeClr val="tx1"/>
                      </a:solidFill>
                      <a:prstDash val="solid"/>
                      <a:round/>
                      <a:headEnd type="none" w="med" len="med"/>
                      <a:tailEnd type="none" w="med" len="med"/>
                    </a:lnL>
                  </a:tcPr>
                </a:tc>
                <a:tc>
                  <a:txBody>
                    <a:bodyPr/>
                    <a:lstStyle/>
                    <a:p>
                      <a:pPr algn="ctr"/>
                      <a:r>
                        <a:rPr lang="en-US" noProof="0" dirty="0"/>
                        <a:t>10.702 s</a:t>
                      </a:r>
                    </a:p>
                  </a:txBody>
                  <a:tcPr/>
                </a:tc>
                <a:tc>
                  <a:txBody>
                    <a:bodyPr/>
                    <a:lstStyle/>
                    <a:p>
                      <a:pPr algn="ctr"/>
                      <a:r>
                        <a:rPr lang="en-US" noProof="0" dirty="0"/>
                        <a:t>8.919 s</a:t>
                      </a:r>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653823176"/>
                  </a:ext>
                </a:extLst>
              </a:tr>
              <a:tr h="370840">
                <a:tc>
                  <a:txBody>
                    <a:bodyPr/>
                    <a:lstStyle/>
                    <a:p>
                      <a:pPr algn="ctr"/>
                      <a:r>
                        <a:rPr lang="en-US" noProof="0" dirty="0"/>
                        <a:t>7000</a:t>
                      </a:r>
                    </a:p>
                  </a:txBody>
                  <a:tcPr>
                    <a:lnL w="12700" cap="flat" cmpd="sng" algn="ctr">
                      <a:solidFill>
                        <a:schemeClr val="tx1"/>
                      </a:solidFill>
                      <a:prstDash val="solid"/>
                      <a:round/>
                      <a:headEnd type="none" w="med" len="med"/>
                      <a:tailEnd type="none" w="med" len="med"/>
                    </a:lnL>
                  </a:tcPr>
                </a:tc>
                <a:tc>
                  <a:txBody>
                    <a:bodyPr/>
                    <a:lstStyle/>
                    <a:p>
                      <a:pPr algn="ctr"/>
                      <a:r>
                        <a:rPr lang="en-US" noProof="0" dirty="0"/>
                        <a:t>23.59 s</a:t>
                      </a:r>
                    </a:p>
                  </a:txBody>
                  <a:tcPr/>
                </a:tc>
                <a:tc>
                  <a:txBody>
                    <a:bodyPr/>
                    <a:lstStyle/>
                    <a:p>
                      <a:pPr algn="ctr"/>
                      <a:r>
                        <a:rPr lang="en-US" noProof="0" dirty="0"/>
                        <a:t>19.30 s</a:t>
                      </a:r>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959559017"/>
                  </a:ext>
                </a:extLst>
              </a:tr>
              <a:tr h="370840">
                <a:tc>
                  <a:txBody>
                    <a:bodyPr/>
                    <a:lstStyle/>
                    <a:p>
                      <a:pPr algn="ctr"/>
                      <a:r>
                        <a:rPr lang="en-US" noProof="0" dirty="0"/>
                        <a:t>10000</a:t>
                      </a: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ctr"/>
                      <a:r>
                        <a:rPr lang="en-US" noProof="0" dirty="0"/>
                        <a:t>44.385 s</a:t>
                      </a:r>
                    </a:p>
                  </a:txBody>
                  <a:tcPr>
                    <a:lnB w="12700" cap="flat" cmpd="sng" algn="ctr">
                      <a:solidFill>
                        <a:schemeClr val="tx1"/>
                      </a:solidFill>
                      <a:prstDash val="solid"/>
                      <a:round/>
                      <a:headEnd type="none" w="med" len="med"/>
                      <a:tailEnd type="none" w="med" len="med"/>
                    </a:lnB>
                  </a:tcPr>
                </a:tc>
                <a:tc>
                  <a:txBody>
                    <a:bodyPr/>
                    <a:lstStyle/>
                    <a:p>
                      <a:pPr algn="ctr"/>
                      <a:r>
                        <a:rPr lang="en-US" noProof="0" dirty="0"/>
                        <a:t>40.45 s</a:t>
                      </a:r>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64218995"/>
                  </a:ext>
                </a:extLst>
              </a:tr>
            </a:tbl>
          </a:graphicData>
        </a:graphic>
      </p:graphicFrame>
    </p:spTree>
    <p:extLst>
      <p:ext uri="{BB962C8B-B14F-4D97-AF65-F5344CB8AC3E}">
        <p14:creationId xmlns:p14="http://schemas.microsoft.com/office/powerpoint/2010/main" val="8476167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F52CD-6011-3AE0-7D90-C71DC5BC84A1}"/>
            </a:ext>
          </a:extLst>
        </p:cNvPr>
        <p:cNvGrpSpPr/>
        <p:nvPr/>
      </p:nvGrpSpPr>
      <p:grpSpPr>
        <a:xfrm>
          <a:off x="0" y="0"/>
          <a:ext cx="0" cy="0"/>
          <a:chOff x="0" y="0"/>
          <a:chExt cx="0" cy="0"/>
        </a:xfrm>
      </p:grpSpPr>
      <p:pic>
        <p:nvPicPr>
          <p:cNvPr id="2" name="Immagine 1">
            <a:extLst>
              <a:ext uri="{FF2B5EF4-FFF2-40B4-BE49-F238E27FC236}">
                <a16:creationId xmlns:a16="http://schemas.microsoft.com/office/drawing/2014/main" id="{0EDFF2A5-D786-9729-DEA8-8FE1E9E6C643}"/>
              </a:ext>
            </a:extLst>
          </p:cNvPr>
          <p:cNvPicPr>
            <a:picLocks noChangeAspect="1"/>
          </p:cNvPicPr>
          <p:nvPr/>
        </p:nvPicPr>
        <p:blipFill>
          <a:blip r:embed="rId3"/>
          <a:stretch>
            <a:fillRect/>
          </a:stretch>
        </p:blipFill>
        <p:spPr>
          <a:xfrm>
            <a:off x="0" y="290167"/>
            <a:ext cx="9180512" cy="6872633"/>
          </a:xfrm>
          <a:prstGeom prst="rect">
            <a:avLst/>
          </a:prstGeom>
        </p:spPr>
      </p:pic>
      <p:sp>
        <p:nvSpPr>
          <p:cNvPr id="7" name="CasellaDiTesto 6">
            <a:extLst>
              <a:ext uri="{FF2B5EF4-FFF2-40B4-BE49-F238E27FC236}">
                <a16:creationId xmlns:a16="http://schemas.microsoft.com/office/drawing/2014/main" id="{B3A7A03F-7E6E-EDE0-434C-3753EC08AE0A}"/>
              </a:ext>
            </a:extLst>
          </p:cNvPr>
          <p:cNvSpPr txBox="1"/>
          <p:nvPr/>
        </p:nvSpPr>
        <p:spPr>
          <a:xfrm>
            <a:off x="648253" y="1058782"/>
            <a:ext cx="4663050" cy="461665"/>
          </a:xfrm>
          <a:prstGeom prst="rect">
            <a:avLst/>
          </a:prstGeom>
          <a:noFill/>
        </p:spPr>
        <p:txBody>
          <a:bodyPr wrap="square" rtlCol="0">
            <a:spAutoFit/>
          </a:bodyPr>
          <a:lstStyle/>
          <a:p>
            <a:r>
              <a:rPr lang="en-US" sz="2400" b="1" noProof="0" dirty="0">
                <a:solidFill>
                  <a:schemeClr val="accent1">
                    <a:lumMod val="75000"/>
                  </a:schemeClr>
                </a:solidFill>
                <a:latin typeface="Arial"/>
                <a:cs typeface="Arial"/>
              </a:rPr>
              <a:t>Project Result</a:t>
            </a:r>
          </a:p>
        </p:txBody>
      </p:sp>
      <p:sp>
        <p:nvSpPr>
          <p:cNvPr id="9" name="CasellaDiTesto 8">
            <a:extLst>
              <a:ext uri="{FF2B5EF4-FFF2-40B4-BE49-F238E27FC236}">
                <a16:creationId xmlns:a16="http://schemas.microsoft.com/office/drawing/2014/main" id="{30967830-1331-C059-2A90-AB07D94BDE64}"/>
              </a:ext>
            </a:extLst>
          </p:cNvPr>
          <p:cNvSpPr txBox="1"/>
          <p:nvPr/>
        </p:nvSpPr>
        <p:spPr>
          <a:xfrm>
            <a:off x="648253" y="1947922"/>
            <a:ext cx="7819027" cy="954107"/>
          </a:xfrm>
          <a:prstGeom prst="rect">
            <a:avLst/>
          </a:prstGeom>
          <a:noFill/>
        </p:spPr>
        <p:txBody>
          <a:bodyPr wrap="square" rtlCol="0">
            <a:spAutoFit/>
          </a:bodyPr>
          <a:lstStyle/>
          <a:p>
            <a:pPr algn="just"/>
            <a:r>
              <a:rPr lang="en-US" sz="1400" dirty="0"/>
              <a:t>the structure of array’s type performs better than the other one. Those results happen because in </a:t>
            </a:r>
            <a:r>
              <a:rPr lang="en-US" sz="1400" dirty="0" err="1"/>
              <a:t>SoA</a:t>
            </a:r>
            <a:r>
              <a:rPr lang="en-US" sz="1400" dirty="0"/>
              <a:t> mode every </a:t>
            </a:r>
            <a:r>
              <a:rPr lang="en-US" sz="1400" dirty="0" err="1"/>
              <a:t>boids</a:t>
            </a:r>
            <a:r>
              <a:rPr lang="en-US" sz="1400" dirty="0"/>
              <a:t> detail is stored in a dedicated vector, so when dealing with calculate the distance for two flocks is faster then access with respect to access the single instance. If we needed to compute all the coordinates and the velocities instead, </a:t>
            </a:r>
            <a:r>
              <a:rPr lang="en-US" sz="1400" dirty="0" err="1"/>
              <a:t>AoS</a:t>
            </a:r>
            <a:r>
              <a:rPr lang="en-US" sz="1400" dirty="0"/>
              <a:t> should perform better</a:t>
            </a:r>
            <a:endParaRPr lang="en-US" sz="1400" noProof="0" dirty="0"/>
          </a:p>
        </p:txBody>
      </p:sp>
      <p:sp>
        <p:nvSpPr>
          <p:cNvPr id="12" name="Rettangolo 11">
            <a:extLst>
              <a:ext uri="{FF2B5EF4-FFF2-40B4-BE49-F238E27FC236}">
                <a16:creationId xmlns:a16="http://schemas.microsoft.com/office/drawing/2014/main" id="{69AF52CE-014E-BEF1-15A8-39C106888C7D}"/>
              </a:ext>
            </a:extLst>
          </p:cNvPr>
          <p:cNvSpPr/>
          <p:nvPr/>
        </p:nvSpPr>
        <p:spPr>
          <a:xfrm>
            <a:off x="8255000" y="6366466"/>
            <a:ext cx="280763" cy="501650"/>
          </a:xfrm>
          <a:prstGeom prst="rect">
            <a:avLst/>
          </a:prstGeom>
          <a:solidFill>
            <a:srgbClr val="003053"/>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solidFill>
                <a:srgbClr val="003257"/>
              </a:solidFill>
            </a:endParaRPr>
          </a:p>
        </p:txBody>
      </p:sp>
      <p:sp>
        <p:nvSpPr>
          <p:cNvPr id="11" name="Segnaposto numero diapositiva 10">
            <a:extLst>
              <a:ext uri="{FF2B5EF4-FFF2-40B4-BE49-F238E27FC236}">
                <a16:creationId xmlns:a16="http://schemas.microsoft.com/office/drawing/2014/main" id="{E588F5AA-35DE-F7B4-AAD8-1DD1355A99D0}"/>
              </a:ext>
            </a:extLst>
          </p:cNvPr>
          <p:cNvSpPr>
            <a:spLocks noGrp="1"/>
          </p:cNvSpPr>
          <p:nvPr>
            <p:ph type="sldNum" sz="quarter" idx="12"/>
          </p:nvPr>
        </p:nvSpPr>
        <p:spPr>
          <a:xfrm>
            <a:off x="6402163" y="6356350"/>
            <a:ext cx="2133600" cy="365125"/>
          </a:xfrm>
        </p:spPr>
        <p:txBody>
          <a:bodyPr/>
          <a:lstStyle/>
          <a:p>
            <a:fld id="{8EB8520A-26EA-DE4B-B141-4532FC98FF0E}" type="slidenum">
              <a:rPr lang="en-US" b="1" noProof="0" smtClean="0">
                <a:solidFill>
                  <a:schemeClr val="bg1"/>
                </a:solidFill>
                <a:latin typeface="Arial"/>
                <a:cs typeface="Arial"/>
              </a:rPr>
              <a:pPr/>
              <a:t>8</a:t>
            </a:fld>
            <a:endParaRPr lang="en-US" b="1" noProof="0" dirty="0">
              <a:solidFill>
                <a:schemeClr val="bg1"/>
              </a:solidFill>
              <a:latin typeface="Arial"/>
              <a:cs typeface="Arial"/>
            </a:endParaRPr>
          </a:p>
        </p:txBody>
      </p:sp>
      <p:sp>
        <p:nvSpPr>
          <p:cNvPr id="10" name="CasellaDiTesto 9">
            <a:extLst>
              <a:ext uri="{FF2B5EF4-FFF2-40B4-BE49-F238E27FC236}">
                <a16:creationId xmlns:a16="http://schemas.microsoft.com/office/drawing/2014/main" id="{F289A25E-CE31-680A-A7DA-763743F5ABB5}"/>
              </a:ext>
            </a:extLst>
          </p:cNvPr>
          <p:cNvSpPr txBox="1"/>
          <p:nvPr/>
        </p:nvSpPr>
        <p:spPr>
          <a:xfrm>
            <a:off x="7508873" y="51433"/>
            <a:ext cx="1184940" cy="338554"/>
          </a:xfrm>
          <a:prstGeom prst="rect">
            <a:avLst/>
          </a:prstGeom>
          <a:noFill/>
        </p:spPr>
        <p:txBody>
          <a:bodyPr wrap="none" rtlCol="0">
            <a:spAutoFit/>
          </a:bodyPr>
          <a:lstStyle/>
          <a:p>
            <a:pPr algn="r"/>
            <a:r>
              <a:rPr lang="en-US" sz="800" b="1" noProof="0" dirty="0">
                <a:solidFill>
                  <a:schemeClr val="bg1"/>
                </a:solidFill>
                <a:latin typeface="Arial"/>
                <a:cs typeface="Arial"/>
              </a:rPr>
              <a:t>Titolo </a:t>
            </a:r>
            <a:r>
              <a:rPr lang="en-US" sz="800" b="1" noProof="0" dirty="0" err="1">
                <a:solidFill>
                  <a:schemeClr val="bg1"/>
                </a:solidFill>
                <a:latin typeface="Arial"/>
                <a:cs typeface="Arial"/>
              </a:rPr>
              <a:t>presentazione</a:t>
            </a:r>
            <a:r>
              <a:rPr lang="en-US" sz="800" b="1" noProof="0" dirty="0">
                <a:solidFill>
                  <a:schemeClr val="bg1"/>
                </a:solidFill>
                <a:latin typeface="Arial"/>
                <a:cs typeface="Arial"/>
              </a:rPr>
              <a:t> </a:t>
            </a:r>
          </a:p>
          <a:p>
            <a:pPr algn="r"/>
            <a:r>
              <a:rPr lang="en-US" sz="800" b="1" noProof="0" dirty="0">
                <a:solidFill>
                  <a:schemeClr val="bg1"/>
                </a:solidFill>
                <a:latin typeface="Arial"/>
                <a:cs typeface="Arial"/>
              </a:rPr>
              <a:t>arial bold 8 pt</a:t>
            </a:r>
          </a:p>
        </p:txBody>
      </p:sp>
      <p:sp>
        <p:nvSpPr>
          <p:cNvPr id="14" name="CasellaDiTesto 13">
            <a:extLst>
              <a:ext uri="{FF2B5EF4-FFF2-40B4-BE49-F238E27FC236}">
                <a16:creationId xmlns:a16="http://schemas.microsoft.com/office/drawing/2014/main" id="{6B031BEC-7BAB-CA05-2EE2-A5F44E0760F9}"/>
              </a:ext>
            </a:extLst>
          </p:cNvPr>
          <p:cNvSpPr txBox="1"/>
          <p:nvPr/>
        </p:nvSpPr>
        <p:spPr>
          <a:xfrm>
            <a:off x="7082015" y="403482"/>
            <a:ext cx="1621846" cy="492443"/>
          </a:xfrm>
          <a:prstGeom prst="rect">
            <a:avLst/>
          </a:prstGeom>
          <a:noFill/>
        </p:spPr>
        <p:txBody>
          <a:bodyPr wrap="none" rtlCol="0">
            <a:spAutoFit/>
          </a:bodyPr>
          <a:lstStyle/>
          <a:p>
            <a:pPr algn="r"/>
            <a:r>
              <a:rPr lang="en-US" sz="800" noProof="0" dirty="0" err="1">
                <a:solidFill>
                  <a:schemeClr val="bg1"/>
                </a:solidFill>
                <a:latin typeface="Arial"/>
                <a:cs typeface="Arial"/>
              </a:rPr>
              <a:t>Luogo</a:t>
            </a:r>
            <a:r>
              <a:rPr lang="en-US" sz="800" noProof="0" dirty="0">
                <a:solidFill>
                  <a:schemeClr val="bg1"/>
                </a:solidFill>
                <a:latin typeface="Arial"/>
                <a:cs typeface="Arial"/>
              </a:rPr>
              <a:t> e data arial regular 8 pt</a:t>
            </a:r>
          </a:p>
          <a:p>
            <a:endParaRPr lang="en-US" noProof="0" dirty="0"/>
          </a:p>
        </p:txBody>
      </p:sp>
      <p:graphicFrame>
        <p:nvGraphicFramePr>
          <p:cNvPr id="3" name="Tabella 2">
            <a:extLst>
              <a:ext uri="{FF2B5EF4-FFF2-40B4-BE49-F238E27FC236}">
                <a16:creationId xmlns:a16="http://schemas.microsoft.com/office/drawing/2014/main" id="{BD999321-6C59-A39D-9D47-504B07C30629}"/>
              </a:ext>
            </a:extLst>
          </p:cNvPr>
          <p:cNvGraphicFramePr>
            <a:graphicFrameLocks noGrp="1"/>
          </p:cNvGraphicFramePr>
          <p:nvPr>
            <p:extLst>
              <p:ext uri="{D42A27DB-BD31-4B8C-83A1-F6EECF244321}">
                <p14:modId xmlns:p14="http://schemas.microsoft.com/office/powerpoint/2010/main" val="1355033494"/>
              </p:ext>
            </p:extLst>
          </p:nvPr>
        </p:nvGraphicFramePr>
        <p:xfrm>
          <a:off x="1542256" y="3178214"/>
          <a:ext cx="6096000" cy="2123440"/>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485423146"/>
                    </a:ext>
                  </a:extLst>
                </a:gridCol>
                <a:gridCol w="1524000">
                  <a:extLst>
                    <a:ext uri="{9D8B030D-6E8A-4147-A177-3AD203B41FA5}">
                      <a16:colId xmlns:a16="http://schemas.microsoft.com/office/drawing/2014/main" val="3146992008"/>
                    </a:ext>
                  </a:extLst>
                </a:gridCol>
                <a:gridCol w="1524000">
                  <a:extLst>
                    <a:ext uri="{9D8B030D-6E8A-4147-A177-3AD203B41FA5}">
                      <a16:colId xmlns:a16="http://schemas.microsoft.com/office/drawing/2014/main" val="1442156091"/>
                    </a:ext>
                  </a:extLst>
                </a:gridCol>
                <a:gridCol w="1524000">
                  <a:extLst>
                    <a:ext uri="{9D8B030D-6E8A-4147-A177-3AD203B41FA5}">
                      <a16:colId xmlns:a16="http://schemas.microsoft.com/office/drawing/2014/main" val="2471945795"/>
                    </a:ext>
                  </a:extLst>
                </a:gridCol>
              </a:tblGrid>
              <a:tr h="370840">
                <a:tc>
                  <a:txBody>
                    <a:bodyPr/>
                    <a:lstStyle/>
                    <a:p>
                      <a:pPr algn="ctr"/>
                      <a:r>
                        <a:rPr lang="en-US" noProof="0" dirty="0"/>
                        <a:t>Elements Number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noProof="0" dirty="0"/>
                        <a:t>Sequential </a:t>
                      </a:r>
                      <a:r>
                        <a:rPr lang="en-US" noProof="0" dirty="0" err="1"/>
                        <a:t>AoS</a:t>
                      </a:r>
                      <a:endParaRPr lang="en-US"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noProof="0" dirty="0"/>
                        <a:t>Sequential </a:t>
                      </a:r>
                      <a:r>
                        <a:rPr lang="en-US" noProof="0" dirty="0" err="1"/>
                        <a:t>SoA</a:t>
                      </a:r>
                      <a:endParaRPr lang="en-US"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noProof="0" dirty="0"/>
                        <a:t>Speed Up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38345669"/>
                  </a:ext>
                </a:extLst>
              </a:tr>
              <a:tr h="370840">
                <a:tc>
                  <a:txBody>
                    <a:bodyPr/>
                    <a:lstStyle/>
                    <a:p>
                      <a:pPr algn="ctr"/>
                      <a:r>
                        <a:rPr lang="en-US" noProof="0" dirty="0"/>
                        <a:t>1000</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ctr"/>
                      <a:r>
                        <a:rPr lang="en-US" noProof="0" dirty="0"/>
                        <a:t>1.621 s</a:t>
                      </a:r>
                    </a:p>
                  </a:txBody>
                  <a:tcPr>
                    <a:lnT w="12700" cap="flat" cmpd="sng" algn="ctr">
                      <a:solidFill>
                        <a:schemeClr val="tx1"/>
                      </a:solidFill>
                      <a:prstDash val="solid"/>
                      <a:round/>
                      <a:headEnd type="none" w="med" len="med"/>
                      <a:tailEnd type="none" w="med" len="med"/>
                    </a:lnT>
                  </a:tcPr>
                </a:tc>
                <a:tc>
                  <a:txBody>
                    <a:bodyPr/>
                    <a:lstStyle/>
                    <a:p>
                      <a:pPr algn="ctr"/>
                      <a:r>
                        <a:rPr lang="en-US" noProof="0" dirty="0"/>
                        <a:t>1.608 s</a:t>
                      </a:r>
                    </a:p>
                  </a:txBody>
                  <a:tcPr>
                    <a:lnT w="12700" cap="flat" cmpd="sng" algn="ctr">
                      <a:solidFill>
                        <a:schemeClr val="tx1"/>
                      </a:solidFill>
                      <a:prstDash val="solid"/>
                      <a:round/>
                      <a:headEnd type="none" w="med" len="med"/>
                      <a:tailEnd type="none" w="med" len="med"/>
                    </a:lnT>
                  </a:tcPr>
                </a:tc>
                <a:tc>
                  <a:txBody>
                    <a:bodyPr/>
                    <a:lstStyle/>
                    <a:p>
                      <a:pPr algn="ctr"/>
                      <a:r>
                        <a:rPr lang="en-US" noProof="0" dirty="0"/>
                        <a:t>1.632 / 1.618</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427138880"/>
                  </a:ext>
                </a:extLst>
              </a:tr>
              <a:tr h="370840">
                <a:tc>
                  <a:txBody>
                    <a:bodyPr/>
                    <a:lstStyle/>
                    <a:p>
                      <a:pPr algn="ctr"/>
                      <a:r>
                        <a:rPr lang="en-US" noProof="0" dirty="0"/>
                        <a:t>5000</a:t>
                      </a:r>
                    </a:p>
                  </a:txBody>
                  <a:tcPr>
                    <a:lnL w="12700" cap="flat" cmpd="sng" algn="ctr">
                      <a:solidFill>
                        <a:schemeClr val="tx1"/>
                      </a:solidFill>
                      <a:prstDash val="solid"/>
                      <a:round/>
                      <a:headEnd type="none" w="med" len="med"/>
                      <a:tailEnd type="none" w="med" len="med"/>
                    </a:lnL>
                  </a:tcPr>
                </a:tc>
                <a:tc>
                  <a:txBody>
                    <a:bodyPr/>
                    <a:lstStyle/>
                    <a:p>
                      <a:pPr algn="ctr"/>
                      <a:r>
                        <a:rPr lang="en-US" noProof="0" dirty="0"/>
                        <a:t>41.467 s</a:t>
                      </a:r>
                    </a:p>
                  </a:txBody>
                  <a:tcPr/>
                </a:tc>
                <a:tc>
                  <a:txBody>
                    <a:bodyPr/>
                    <a:lstStyle/>
                    <a:p>
                      <a:pPr algn="ctr"/>
                      <a:r>
                        <a:rPr lang="en-US" noProof="0" dirty="0"/>
                        <a:t>41.405 s</a:t>
                      </a:r>
                    </a:p>
                  </a:txBody>
                  <a:tcPr/>
                </a:tc>
                <a:tc>
                  <a:txBody>
                    <a:bodyPr/>
                    <a:lstStyle/>
                    <a:p>
                      <a:pPr algn="ctr"/>
                      <a:r>
                        <a:rPr lang="en-US" noProof="0" dirty="0"/>
                        <a:t>3.878/4.557</a:t>
                      </a:r>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653823176"/>
                  </a:ext>
                </a:extLst>
              </a:tr>
              <a:tr h="370840">
                <a:tc>
                  <a:txBody>
                    <a:bodyPr/>
                    <a:lstStyle/>
                    <a:p>
                      <a:pPr algn="ctr"/>
                      <a:r>
                        <a:rPr lang="en-US" noProof="0" dirty="0"/>
                        <a:t>7000</a:t>
                      </a:r>
                    </a:p>
                  </a:txBody>
                  <a:tcPr>
                    <a:lnL w="12700" cap="flat" cmpd="sng" algn="ctr">
                      <a:solidFill>
                        <a:schemeClr val="tx1"/>
                      </a:solidFill>
                      <a:prstDash val="solid"/>
                      <a:round/>
                      <a:headEnd type="none" w="med" len="med"/>
                      <a:tailEnd type="none" w="med" len="med"/>
                    </a:lnL>
                  </a:tcPr>
                </a:tc>
                <a:tc>
                  <a:txBody>
                    <a:bodyPr/>
                    <a:lstStyle/>
                    <a:p>
                      <a:pPr algn="ctr"/>
                      <a:r>
                        <a:rPr lang="en-US" noProof="0" dirty="0"/>
                        <a:t>80.285 s</a:t>
                      </a:r>
                    </a:p>
                  </a:txBody>
                  <a:tcPr/>
                </a:tc>
                <a:tc>
                  <a:txBody>
                    <a:bodyPr/>
                    <a:lstStyle/>
                    <a:p>
                      <a:pPr algn="ctr"/>
                      <a:r>
                        <a:rPr lang="en-US" noProof="0" dirty="0"/>
                        <a:t>80.201 s</a:t>
                      </a:r>
                    </a:p>
                  </a:txBody>
                  <a:tcPr/>
                </a:tc>
                <a:tc>
                  <a:txBody>
                    <a:bodyPr/>
                    <a:lstStyle/>
                    <a:p>
                      <a:pPr algn="ctr"/>
                      <a:r>
                        <a:rPr lang="en-US" noProof="0" dirty="0"/>
                        <a:t>3.790/11.095</a:t>
                      </a:r>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959559017"/>
                  </a:ext>
                </a:extLst>
              </a:tr>
              <a:tr h="370840">
                <a:tc>
                  <a:txBody>
                    <a:bodyPr/>
                    <a:lstStyle/>
                    <a:p>
                      <a:pPr algn="ctr"/>
                      <a:r>
                        <a:rPr lang="en-US" noProof="0" dirty="0"/>
                        <a:t>10000</a:t>
                      </a: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ctr"/>
                      <a:r>
                        <a:rPr lang="en-US" noProof="0" dirty="0"/>
                        <a:t>163.074</a:t>
                      </a:r>
                    </a:p>
                  </a:txBody>
                  <a:tcPr>
                    <a:lnB w="12700" cap="flat" cmpd="sng" algn="ctr">
                      <a:solidFill>
                        <a:schemeClr val="tx1"/>
                      </a:solidFill>
                      <a:prstDash val="solid"/>
                      <a:round/>
                      <a:headEnd type="none" w="med" len="med"/>
                      <a:tailEnd type="none" w="med" len="med"/>
                    </a:lnB>
                  </a:tcPr>
                </a:tc>
                <a:tc>
                  <a:txBody>
                    <a:bodyPr/>
                    <a:lstStyle/>
                    <a:p>
                      <a:pPr algn="ctr"/>
                      <a:r>
                        <a:rPr lang="en-US" noProof="0" dirty="0"/>
                        <a:t>162.563 s</a:t>
                      </a:r>
                    </a:p>
                  </a:txBody>
                  <a:tcPr>
                    <a:lnB w="12700" cap="flat" cmpd="sng" algn="ctr">
                      <a:solidFill>
                        <a:schemeClr val="tx1"/>
                      </a:solidFill>
                      <a:prstDash val="solid"/>
                      <a:round/>
                      <a:headEnd type="none" w="med" len="med"/>
                      <a:tailEnd type="none" w="med" len="med"/>
                    </a:lnB>
                  </a:tcPr>
                </a:tc>
                <a:tc>
                  <a:txBody>
                    <a:bodyPr/>
                    <a:lstStyle/>
                    <a:p>
                      <a:pPr algn="ctr"/>
                      <a:r>
                        <a:rPr lang="en-US" noProof="0" dirty="0"/>
                        <a:t>4.044/4.544</a:t>
                      </a:r>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64218995"/>
                  </a:ext>
                </a:extLst>
              </a:tr>
            </a:tbl>
          </a:graphicData>
        </a:graphic>
      </p:graphicFrame>
    </p:spTree>
    <p:extLst>
      <p:ext uri="{BB962C8B-B14F-4D97-AF65-F5344CB8AC3E}">
        <p14:creationId xmlns:p14="http://schemas.microsoft.com/office/powerpoint/2010/main" val="1366121997"/>
      </p:ext>
    </p:extLst>
  </p:cSld>
  <p:clrMapOvr>
    <a:masterClrMapping/>
  </p:clrMapOvr>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Tema di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693</TotalTime>
  <Words>613</Words>
  <Application>Microsoft Macintosh PowerPoint</Application>
  <PresentationFormat>Presentazione su schermo (4:3)</PresentationFormat>
  <Paragraphs>104</Paragraphs>
  <Slides>8</Slides>
  <Notes>7</Notes>
  <HiddenSlides>0</HiddenSlides>
  <MMClips>0</MMClips>
  <ScaleCrop>false</ScaleCrop>
  <HeadingPairs>
    <vt:vector size="6" baseType="variant">
      <vt:variant>
        <vt:lpstr>Caratteri utilizzati</vt:lpstr>
      </vt:variant>
      <vt:variant>
        <vt:i4>2</vt:i4>
      </vt:variant>
      <vt:variant>
        <vt:lpstr>Tema</vt:lpstr>
      </vt:variant>
      <vt:variant>
        <vt:i4>1</vt:i4>
      </vt:variant>
      <vt:variant>
        <vt:lpstr>Titoli diapositive</vt:lpstr>
      </vt:variant>
      <vt:variant>
        <vt:i4>8</vt:i4>
      </vt:variant>
    </vt:vector>
  </HeadingPairs>
  <TitlesOfParts>
    <vt:vector size="11" baseType="lpstr">
      <vt:lpstr>Arial</vt:lpstr>
      <vt:lpstr>Calibri</vt:lpstr>
      <vt:lpstr>Tema di Office</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Presentazione di PowerPoint</dc:title>
  <dc:creator>susanna</dc:creator>
  <cp:lastModifiedBy>Cristiano Narducci</cp:lastModifiedBy>
  <cp:revision>29</cp:revision>
  <dcterms:created xsi:type="dcterms:W3CDTF">2012-12-06T09:21:12Z</dcterms:created>
  <dcterms:modified xsi:type="dcterms:W3CDTF">2026-01-11T14:59:46Z</dcterms:modified>
</cp:coreProperties>
</file>